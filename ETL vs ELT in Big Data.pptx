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4"/>
    <p:sldMasterId id="214748370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Quantico"/>
      <p:regular r:id="rId21"/>
      <p:bold r:id="rId22"/>
      <p:italic r:id="rId23"/>
      <p:boldItalic r:id="rId24"/>
    </p:embeddedFont>
    <p:embeddedFont>
      <p:font typeface="Fraunces"/>
      <p:regular r:id="rId25"/>
      <p:bold r:id="rId26"/>
      <p:italic r:id="rId27"/>
      <p:boldItalic r:id="rId28"/>
    </p:embeddedFont>
    <p:embeddedFont>
      <p:font typeface="Lato"/>
      <p:regular r:id="rId29"/>
      <p:bold r:id="rId30"/>
      <p:italic r:id="rId31"/>
      <p:boldItalic r:id="rId32"/>
    </p:embeddedFont>
    <p:embeddedFont>
      <p:font typeface="Nobile"/>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Quantico-bold.fntdata"/><Relationship Id="rId21" Type="http://schemas.openxmlformats.org/officeDocument/2006/relationships/font" Target="fonts/Quantico-regular.fntdata"/><Relationship Id="rId24" Type="http://schemas.openxmlformats.org/officeDocument/2006/relationships/font" Target="fonts/Quantico-boldItalic.fntdata"/><Relationship Id="rId23" Type="http://schemas.openxmlformats.org/officeDocument/2006/relationships/font" Target="fonts/Quantico-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Fraunces-bold.fntdata"/><Relationship Id="rId25" Type="http://schemas.openxmlformats.org/officeDocument/2006/relationships/font" Target="fonts/Fraunces-regular.fntdata"/><Relationship Id="rId28" Type="http://schemas.openxmlformats.org/officeDocument/2006/relationships/font" Target="fonts/Fraunces-boldItalic.fntdata"/><Relationship Id="rId27" Type="http://schemas.openxmlformats.org/officeDocument/2006/relationships/font" Target="fonts/Fraunces-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La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5.xml"/><Relationship Id="rId33" Type="http://schemas.openxmlformats.org/officeDocument/2006/relationships/font" Target="fonts/Nobile-regular.fntdata"/><Relationship Id="rId10" Type="http://schemas.openxmlformats.org/officeDocument/2006/relationships/slide" Target="slides/slide4.xml"/><Relationship Id="rId32" Type="http://schemas.openxmlformats.org/officeDocument/2006/relationships/font" Target="fonts/Lato-boldItalic.fntdata"/><Relationship Id="rId13" Type="http://schemas.openxmlformats.org/officeDocument/2006/relationships/slide" Target="slides/slide7.xml"/><Relationship Id="rId35" Type="http://schemas.openxmlformats.org/officeDocument/2006/relationships/font" Target="fonts/Nobile-italic.fntdata"/><Relationship Id="rId12" Type="http://schemas.openxmlformats.org/officeDocument/2006/relationships/slide" Target="slides/slide6.xml"/><Relationship Id="rId34" Type="http://schemas.openxmlformats.org/officeDocument/2006/relationships/font" Target="fonts/Nobile-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Nobile-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cff70f54c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cff70f54c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cff70f54cb_2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cff70f54cb_2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So what is big data, elt and etl. Well </a:t>
            </a:r>
            <a:r>
              <a:rPr lang="en"/>
              <a:t>Big data is simply huge, complex collections of information that are too big and fast for regular tools to handle, coming from sources like social media, sensors, and transactions and they require systems to store and </a:t>
            </a:r>
            <a:r>
              <a:rPr lang="en"/>
              <a:t>process data</a:t>
            </a:r>
            <a:r>
              <a:rPr lang="en"/>
              <a:t>. We call these systems data pipelines in which information can be moved and processed efficiently to be used for storage or analysis of valuable insights for a company or organization. </a:t>
            </a:r>
            <a:r>
              <a:rPr lang="en">
                <a:solidFill>
                  <a:schemeClr val="dk1"/>
                </a:solidFill>
              </a:rPr>
              <a:t>Now two of the most common data pipeline methods used in big data are </a:t>
            </a:r>
            <a:r>
              <a:rPr b="1" lang="en">
                <a:solidFill>
                  <a:schemeClr val="dk1"/>
                </a:solidFill>
              </a:rPr>
              <a:t>ETL and ELT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d001b7c01b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d001b7c01b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Next, two of the most common data pipeline methods used in big data are ETL and ELT.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ETL, which stands for Extract, Transform, Load, is a traditional data processing approach.</a:t>
            </a:r>
            <a:endParaRPr/>
          </a:p>
          <a:p>
            <a:pPr indent="0" lvl="0" marL="0" rtl="0" algn="l">
              <a:spcBef>
                <a:spcPts val="0"/>
              </a:spcBef>
              <a:spcAft>
                <a:spcPts val="0"/>
              </a:spcAft>
              <a:buClr>
                <a:schemeClr val="dk1"/>
              </a:buClr>
              <a:buSzPts val="1100"/>
              <a:buFont typeface="Arial"/>
              <a:buNone/>
            </a:pPr>
            <a:r>
              <a:rPr lang="en"/>
              <a:t>In this process, data is first extracted from various sources, then transformed or cleaned to make it usable, and finally loaded into a storage system such as a data warehouse. The key idea is that the data is processed before it is stored.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On the other hand, ELT, which stands for Extract, Load, Transform, follows a slightly different approach. In this method, data is first extracted and immediately loaded into a storage system such as a data lake, and the transformations are performed afterward using powerful computing tools such as spark snowflake, hadoop, . This approach works better for big data because modern systems can process large datasets more efficiently after they are stored.</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cff70f54cb_2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cff70f54cb_2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cff70f54cb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cff70f54cb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d00796cc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d00796cc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d0e2985c3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d0e2985c3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cff70f54cb_2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cff70f54cb_2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ETL (Extract, Transform, Load) is the traditional approach where data is cleaned and structured in a separate staging area before it ever reaches the target database. This method is ideal for structured data warehouses and environments with strict security requirements, as it ensures that only "clean" data is stored. However, because the transformation happens on an external server, it can create a significant bottleneck when handling massive datasets, often resulting in slower processing speeds compared to modern alternatives.</a:t>
            </a:r>
            <a:endParaRPr/>
          </a:p>
          <a:p>
            <a:pPr indent="0" lvl="0" marL="0" rtl="0" algn="l">
              <a:lnSpc>
                <a:spcPct val="115000"/>
              </a:lnSpc>
              <a:spcBef>
                <a:spcPts val="1200"/>
              </a:spcBef>
              <a:spcAft>
                <a:spcPts val="0"/>
              </a:spcAft>
              <a:buClr>
                <a:schemeClr val="dk1"/>
              </a:buClr>
              <a:buSzPts val="1100"/>
              <a:buFont typeface="Arial"/>
              <a:buNone/>
            </a:pPr>
            <a:r>
              <a:rPr lang="en"/>
              <a:t>In contrast, ELT (Extract, Load, Transform) leverages the power of modern cloud data warehouses and lakes by loading raw data directly into the target system first and performing transformations afterward. This "load-first" strategy is highly scalable and significantly faster for big data and streaming services since it utilizes the parallel processing power of the warehouse itself. ELT is particularly flexible for your future data needs because it preserves the original raw data, allowing you to re-transform it as your analysis requirements evolve over time.</a:t>
            </a:r>
            <a:endParaRPr/>
          </a:p>
          <a:p>
            <a:pPr indent="0" lvl="0" marL="0" rtl="0" algn="l">
              <a:spcBef>
                <a:spcPts val="1200"/>
              </a:spcBef>
              <a:spcAft>
                <a:spcPts val="0"/>
              </a:spcAft>
              <a:buSzPts val="1100"/>
              <a:buNone/>
            </a:pPr>
            <a:r>
              <a:t/>
            </a:r>
            <a:endParaRPr/>
          </a:p>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cff70f54cb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cff70f54cb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cff70f54cb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cff70f54cb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cff70f54cb_2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3cff70f54cb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cff70f54cb_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cff70f54cb_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cff70f54cb_2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cff70f54cb_2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cff70f54cb_2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3cff70f54cb_2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BLANK_16_1_1">
    <p:bg>
      <p:bgPr>
        <a:solidFill>
          <a:schemeClr val="lt2"/>
        </a:solidFill>
      </p:bgPr>
    </p:bg>
    <p:spTree>
      <p:nvGrpSpPr>
        <p:cNvPr id="53" name="Shape 53"/>
        <p:cNvGrpSpPr/>
        <p:nvPr/>
      </p:nvGrpSpPr>
      <p:grpSpPr>
        <a:xfrm>
          <a:off x="0" y="0"/>
          <a:ext cx="0" cy="0"/>
          <a:chOff x="0" y="0"/>
          <a:chExt cx="0" cy="0"/>
        </a:xfrm>
      </p:grpSpPr>
      <p:sp>
        <p:nvSpPr>
          <p:cNvPr id="54" name="Google Shape;54;p14"/>
          <p:cNvSpPr/>
          <p:nvPr/>
        </p:nvSpPr>
        <p:spPr>
          <a:xfrm>
            <a:off x="0" y="0"/>
            <a:ext cx="5440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5" name="Google Shape;55;p14"/>
          <p:cNvSpPr/>
          <p:nvPr/>
        </p:nvSpPr>
        <p:spPr>
          <a:xfrm>
            <a:off x="5440200" y="555250"/>
            <a:ext cx="3703800" cy="4588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6" name="Google Shape;56;p14"/>
          <p:cNvSpPr/>
          <p:nvPr/>
        </p:nvSpPr>
        <p:spPr>
          <a:xfrm>
            <a:off x="636875" y="563400"/>
            <a:ext cx="4803000" cy="4588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7" name="Google Shape;57;p14"/>
          <p:cNvSpPr txBox="1"/>
          <p:nvPr>
            <p:ph type="title"/>
          </p:nvPr>
        </p:nvSpPr>
        <p:spPr>
          <a:xfrm>
            <a:off x="876900" y="874250"/>
            <a:ext cx="4387500" cy="263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SzPts val="3000"/>
              <a:buNone/>
              <a:defRPr sz="7500"/>
            </a:lvl1pPr>
            <a:lvl2pPr lvl="1">
              <a:lnSpc>
                <a:spcPct val="80000"/>
              </a:lnSpc>
              <a:spcBef>
                <a:spcPts val="0"/>
              </a:spcBef>
              <a:spcAft>
                <a:spcPts val="0"/>
              </a:spcAft>
              <a:buSzPts val="3000"/>
              <a:buNone/>
              <a:defRPr sz="7500">
                <a:latin typeface="Quantico"/>
                <a:ea typeface="Quantico"/>
                <a:cs typeface="Quantico"/>
                <a:sym typeface="Quantico"/>
              </a:defRPr>
            </a:lvl2pPr>
            <a:lvl3pPr lvl="2">
              <a:lnSpc>
                <a:spcPct val="80000"/>
              </a:lnSpc>
              <a:spcBef>
                <a:spcPts val="0"/>
              </a:spcBef>
              <a:spcAft>
                <a:spcPts val="0"/>
              </a:spcAft>
              <a:buSzPts val="3000"/>
              <a:buNone/>
              <a:defRPr sz="7500">
                <a:latin typeface="Quantico"/>
                <a:ea typeface="Quantico"/>
                <a:cs typeface="Quantico"/>
                <a:sym typeface="Quantico"/>
              </a:defRPr>
            </a:lvl3pPr>
            <a:lvl4pPr lvl="3">
              <a:lnSpc>
                <a:spcPct val="80000"/>
              </a:lnSpc>
              <a:spcBef>
                <a:spcPts val="0"/>
              </a:spcBef>
              <a:spcAft>
                <a:spcPts val="0"/>
              </a:spcAft>
              <a:buSzPts val="3000"/>
              <a:buNone/>
              <a:defRPr sz="7500">
                <a:latin typeface="Quantico"/>
                <a:ea typeface="Quantico"/>
                <a:cs typeface="Quantico"/>
                <a:sym typeface="Quantico"/>
              </a:defRPr>
            </a:lvl4pPr>
            <a:lvl5pPr lvl="4">
              <a:lnSpc>
                <a:spcPct val="80000"/>
              </a:lnSpc>
              <a:spcBef>
                <a:spcPts val="0"/>
              </a:spcBef>
              <a:spcAft>
                <a:spcPts val="0"/>
              </a:spcAft>
              <a:buSzPts val="3000"/>
              <a:buNone/>
              <a:defRPr sz="7500">
                <a:latin typeface="Quantico"/>
                <a:ea typeface="Quantico"/>
                <a:cs typeface="Quantico"/>
                <a:sym typeface="Quantico"/>
              </a:defRPr>
            </a:lvl5pPr>
            <a:lvl6pPr lvl="5">
              <a:lnSpc>
                <a:spcPct val="80000"/>
              </a:lnSpc>
              <a:spcBef>
                <a:spcPts val="0"/>
              </a:spcBef>
              <a:spcAft>
                <a:spcPts val="0"/>
              </a:spcAft>
              <a:buSzPts val="3000"/>
              <a:buNone/>
              <a:defRPr sz="7500">
                <a:latin typeface="Quantico"/>
                <a:ea typeface="Quantico"/>
                <a:cs typeface="Quantico"/>
                <a:sym typeface="Quantico"/>
              </a:defRPr>
            </a:lvl6pPr>
            <a:lvl7pPr lvl="6">
              <a:lnSpc>
                <a:spcPct val="80000"/>
              </a:lnSpc>
              <a:spcBef>
                <a:spcPts val="0"/>
              </a:spcBef>
              <a:spcAft>
                <a:spcPts val="0"/>
              </a:spcAft>
              <a:buSzPts val="3000"/>
              <a:buNone/>
              <a:defRPr sz="7500">
                <a:latin typeface="Quantico"/>
                <a:ea typeface="Quantico"/>
                <a:cs typeface="Quantico"/>
                <a:sym typeface="Quantico"/>
              </a:defRPr>
            </a:lvl7pPr>
            <a:lvl8pPr lvl="7">
              <a:lnSpc>
                <a:spcPct val="80000"/>
              </a:lnSpc>
              <a:spcBef>
                <a:spcPts val="0"/>
              </a:spcBef>
              <a:spcAft>
                <a:spcPts val="0"/>
              </a:spcAft>
              <a:buSzPts val="3000"/>
              <a:buNone/>
              <a:defRPr sz="7500">
                <a:latin typeface="Quantico"/>
                <a:ea typeface="Quantico"/>
                <a:cs typeface="Quantico"/>
                <a:sym typeface="Quantico"/>
              </a:defRPr>
            </a:lvl8pPr>
            <a:lvl9pPr lvl="8">
              <a:lnSpc>
                <a:spcPct val="80000"/>
              </a:lnSpc>
              <a:spcBef>
                <a:spcPts val="0"/>
              </a:spcBef>
              <a:spcAft>
                <a:spcPts val="0"/>
              </a:spcAft>
              <a:buSzPts val="3000"/>
              <a:buNone/>
              <a:defRPr sz="7500">
                <a:latin typeface="Quantico"/>
                <a:ea typeface="Quantico"/>
                <a:cs typeface="Quantico"/>
                <a:sym typeface="Quantico"/>
              </a:defRPr>
            </a:lvl9pPr>
          </a:lstStyle>
          <a:p/>
        </p:txBody>
      </p:sp>
      <p:sp>
        <p:nvSpPr>
          <p:cNvPr id="58" name="Google Shape;58;p14"/>
          <p:cNvSpPr txBox="1"/>
          <p:nvPr>
            <p:ph idx="1" type="subTitle"/>
          </p:nvPr>
        </p:nvSpPr>
        <p:spPr>
          <a:xfrm>
            <a:off x="958450" y="4298625"/>
            <a:ext cx="20085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100"/>
              <a:buNone/>
              <a:defRPr>
                <a:solidFill>
                  <a:schemeClr val="dk1"/>
                </a:solidFill>
              </a:defRPr>
            </a:lvl1pPr>
            <a:lvl2pPr lvl="1">
              <a:lnSpc>
                <a:spcPct val="115000"/>
              </a:lnSpc>
              <a:spcBef>
                <a:spcPts val="1000"/>
              </a:spcBef>
              <a:spcAft>
                <a:spcPts val="0"/>
              </a:spcAft>
              <a:buClr>
                <a:schemeClr val="dk1"/>
              </a:buClr>
              <a:buSzPts val="1100"/>
              <a:buNone/>
              <a:defRPr>
                <a:solidFill>
                  <a:schemeClr val="dk1"/>
                </a:solidFill>
              </a:defRPr>
            </a:lvl2pPr>
            <a:lvl3pPr lvl="2">
              <a:lnSpc>
                <a:spcPct val="115000"/>
              </a:lnSpc>
              <a:spcBef>
                <a:spcPts val="1000"/>
              </a:spcBef>
              <a:spcAft>
                <a:spcPts val="0"/>
              </a:spcAft>
              <a:buClr>
                <a:schemeClr val="dk1"/>
              </a:buClr>
              <a:buSzPts val="1100"/>
              <a:buNone/>
              <a:defRPr>
                <a:solidFill>
                  <a:schemeClr val="dk1"/>
                </a:solidFill>
              </a:defRPr>
            </a:lvl3pPr>
            <a:lvl4pPr lvl="3">
              <a:lnSpc>
                <a:spcPct val="115000"/>
              </a:lnSpc>
              <a:spcBef>
                <a:spcPts val="1000"/>
              </a:spcBef>
              <a:spcAft>
                <a:spcPts val="0"/>
              </a:spcAft>
              <a:buClr>
                <a:schemeClr val="dk1"/>
              </a:buClr>
              <a:buSzPts val="1100"/>
              <a:buNone/>
              <a:defRPr>
                <a:solidFill>
                  <a:schemeClr val="dk1"/>
                </a:solidFill>
              </a:defRPr>
            </a:lvl4pPr>
            <a:lvl5pPr lvl="4">
              <a:lnSpc>
                <a:spcPct val="115000"/>
              </a:lnSpc>
              <a:spcBef>
                <a:spcPts val="1000"/>
              </a:spcBef>
              <a:spcAft>
                <a:spcPts val="0"/>
              </a:spcAft>
              <a:buClr>
                <a:schemeClr val="dk1"/>
              </a:buClr>
              <a:buSzPts val="1100"/>
              <a:buNone/>
              <a:defRPr>
                <a:solidFill>
                  <a:schemeClr val="dk1"/>
                </a:solidFill>
              </a:defRPr>
            </a:lvl5pPr>
            <a:lvl6pPr lvl="5">
              <a:lnSpc>
                <a:spcPct val="115000"/>
              </a:lnSpc>
              <a:spcBef>
                <a:spcPts val="1000"/>
              </a:spcBef>
              <a:spcAft>
                <a:spcPts val="0"/>
              </a:spcAft>
              <a:buClr>
                <a:schemeClr val="dk1"/>
              </a:buClr>
              <a:buSzPts val="1100"/>
              <a:buNone/>
              <a:defRPr>
                <a:solidFill>
                  <a:schemeClr val="dk1"/>
                </a:solidFill>
              </a:defRPr>
            </a:lvl6pPr>
            <a:lvl7pPr lvl="6">
              <a:lnSpc>
                <a:spcPct val="115000"/>
              </a:lnSpc>
              <a:spcBef>
                <a:spcPts val="1000"/>
              </a:spcBef>
              <a:spcAft>
                <a:spcPts val="0"/>
              </a:spcAft>
              <a:buClr>
                <a:schemeClr val="dk1"/>
              </a:buClr>
              <a:buSzPts val="1100"/>
              <a:buNone/>
              <a:defRPr>
                <a:solidFill>
                  <a:schemeClr val="dk1"/>
                </a:solidFill>
              </a:defRPr>
            </a:lvl7pPr>
            <a:lvl8pPr lvl="7">
              <a:lnSpc>
                <a:spcPct val="115000"/>
              </a:lnSpc>
              <a:spcBef>
                <a:spcPts val="1000"/>
              </a:spcBef>
              <a:spcAft>
                <a:spcPts val="0"/>
              </a:spcAft>
              <a:buClr>
                <a:schemeClr val="dk1"/>
              </a:buClr>
              <a:buSzPts val="1100"/>
              <a:buNone/>
              <a:defRPr>
                <a:solidFill>
                  <a:schemeClr val="dk1"/>
                </a:solidFill>
              </a:defRPr>
            </a:lvl8pPr>
            <a:lvl9pPr lvl="8">
              <a:lnSpc>
                <a:spcPct val="115000"/>
              </a:lnSpc>
              <a:spcBef>
                <a:spcPts val="1000"/>
              </a:spcBef>
              <a:spcAft>
                <a:spcPts val="1000"/>
              </a:spcAft>
              <a:buClr>
                <a:schemeClr val="dk1"/>
              </a:buClr>
              <a:buSzPts val="1100"/>
              <a:buNone/>
              <a:defRPr>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
    <p:bg>
      <p:bgPr>
        <a:solidFill>
          <a:schemeClr val="lt1"/>
        </a:solidFill>
      </p:bgPr>
    </p:bg>
    <p:spTree>
      <p:nvGrpSpPr>
        <p:cNvPr id="59" name="Shape 59"/>
        <p:cNvGrpSpPr/>
        <p:nvPr/>
      </p:nvGrpSpPr>
      <p:grpSpPr>
        <a:xfrm>
          <a:off x="0" y="0"/>
          <a:ext cx="0" cy="0"/>
          <a:chOff x="0" y="0"/>
          <a:chExt cx="0" cy="0"/>
        </a:xfrm>
      </p:grpSpPr>
      <p:sp>
        <p:nvSpPr>
          <p:cNvPr id="60" name="Google Shape;60;p15"/>
          <p:cNvSpPr txBox="1"/>
          <p:nvPr>
            <p:ph idx="1" type="subTitle"/>
          </p:nvPr>
        </p:nvSpPr>
        <p:spPr>
          <a:xfrm>
            <a:off x="411875" y="389750"/>
            <a:ext cx="2237100" cy="816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1pPr>
            <a:lvl2pPr lvl="1">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9pPr>
          </a:lstStyle>
          <a:p/>
        </p:txBody>
      </p:sp>
      <p:sp>
        <p:nvSpPr>
          <p:cNvPr id="61" name="Google Shape;61;p15"/>
          <p:cNvSpPr txBox="1"/>
          <p:nvPr>
            <p:ph idx="2" type="subTitle"/>
          </p:nvPr>
        </p:nvSpPr>
        <p:spPr>
          <a:xfrm>
            <a:off x="3469838" y="218278"/>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62" name="Google Shape;62;p15"/>
          <p:cNvSpPr txBox="1"/>
          <p:nvPr>
            <p:ph idx="3" type="subTitle"/>
          </p:nvPr>
        </p:nvSpPr>
        <p:spPr>
          <a:xfrm>
            <a:off x="3469838" y="1064402"/>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63" name="Google Shape;63;p15"/>
          <p:cNvSpPr txBox="1"/>
          <p:nvPr>
            <p:ph idx="4" type="subTitle"/>
          </p:nvPr>
        </p:nvSpPr>
        <p:spPr>
          <a:xfrm>
            <a:off x="3469838" y="1923965"/>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64" name="Google Shape;64;p15"/>
          <p:cNvSpPr txBox="1"/>
          <p:nvPr>
            <p:ph idx="5" type="subTitle"/>
          </p:nvPr>
        </p:nvSpPr>
        <p:spPr>
          <a:xfrm>
            <a:off x="3469838" y="2810376"/>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65" name="Google Shape;65;p15"/>
          <p:cNvSpPr txBox="1"/>
          <p:nvPr>
            <p:ph idx="6" type="subTitle"/>
          </p:nvPr>
        </p:nvSpPr>
        <p:spPr>
          <a:xfrm>
            <a:off x="3469838" y="3646164"/>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66" name="Google Shape;66;p15"/>
          <p:cNvSpPr txBox="1"/>
          <p:nvPr>
            <p:ph idx="7" type="subTitle"/>
          </p:nvPr>
        </p:nvSpPr>
        <p:spPr>
          <a:xfrm>
            <a:off x="3469838" y="4530963"/>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1_1_1_1_1_1">
    <p:bg>
      <p:bgPr>
        <a:solidFill>
          <a:schemeClr val="accent2"/>
        </a:solidFill>
      </p:bgPr>
    </p:bg>
    <p:spTree>
      <p:nvGrpSpPr>
        <p:cNvPr id="67" name="Shape 67"/>
        <p:cNvGrpSpPr/>
        <p:nvPr/>
      </p:nvGrpSpPr>
      <p:grpSpPr>
        <a:xfrm>
          <a:off x="0" y="0"/>
          <a:ext cx="0" cy="0"/>
          <a:chOff x="0" y="0"/>
          <a:chExt cx="0" cy="0"/>
        </a:xfrm>
      </p:grpSpPr>
      <p:sp>
        <p:nvSpPr>
          <p:cNvPr id="68" name="Google Shape;68;p16"/>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9" name="Google Shape;69;p16"/>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0" name="Google Shape;70;p16"/>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1" name="Google Shape;71;p16"/>
          <p:cNvSpPr/>
          <p:nvPr/>
        </p:nvSpPr>
        <p:spPr>
          <a:xfrm>
            <a:off x="557100" y="5571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2" name="Google Shape;72;p16"/>
          <p:cNvSpPr txBox="1"/>
          <p:nvPr>
            <p:ph type="title"/>
          </p:nvPr>
        </p:nvSpPr>
        <p:spPr>
          <a:xfrm>
            <a:off x="941650" y="795275"/>
            <a:ext cx="2861400" cy="8166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3000"/>
              <a:buNone/>
              <a:defRPr sz="2400">
                <a:solidFill>
                  <a:schemeClr val="accent6"/>
                </a:solidFill>
              </a:defRPr>
            </a:lvl1pPr>
            <a:lvl2pPr lvl="1">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73" name="Google Shape;73;p16"/>
          <p:cNvSpPr txBox="1"/>
          <p:nvPr>
            <p:ph idx="2" type="title"/>
          </p:nvPr>
        </p:nvSpPr>
        <p:spPr>
          <a:xfrm>
            <a:off x="439960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74" name="Google Shape;74;p16"/>
          <p:cNvSpPr txBox="1"/>
          <p:nvPr>
            <p:ph idx="3" type="title"/>
          </p:nvPr>
        </p:nvSpPr>
        <p:spPr>
          <a:xfrm>
            <a:off x="649605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75" name="Google Shape;75;p16"/>
          <p:cNvSpPr txBox="1"/>
          <p:nvPr>
            <p:ph idx="4" type="title"/>
          </p:nvPr>
        </p:nvSpPr>
        <p:spPr>
          <a:xfrm>
            <a:off x="438560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76" name="Google Shape;76;p16"/>
          <p:cNvSpPr txBox="1"/>
          <p:nvPr>
            <p:ph idx="5" type="title"/>
          </p:nvPr>
        </p:nvSpPr>
        <p:spPr>
          <a:xfrm>
            <a:off x="649605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77" name="Google Shape;77;p16"/>
          <p:cNvSpPr txBox="1"/>
          <p:nvPr>
            <p:ph idx="6" type="title"/>
          </p:nvPr>
        </p:nvSpPr>
        <p:spPr>
          <a:xfrm>
            <a:off x="4423700"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78" name="Google Shape;78;p16"/>
          <p:cNvSpPr txBox="1"/>
          <p:nvPr>
            <p:ph idx="7" type="title"/>
          </p:nvPr>
        </p:nvSpPr>
        <p:spPr>
          <a:xfrm>
            <a:off x="6562725"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79" name="Google Shape;79;p16"/>
          <p:cNvSpPr txBox="1"/>
          <p:nvPr>
            <p:ph idx="8" type="title"/>
          </p:nvPr>
        </p:nvSpPr>
        <p:spPr>
          <a:xfrm>
            <a:off x="4423700" y="334170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80" name="Google Shape;80;p16"/>
          <p:cNvSpPr txBox="1"/>
          <p:nvPr>
            <p:ph idx="9" type="title"/>
          </p:nvPr>
        </p:nvSpPr>
        <p:spPr>
          <a:xfrm>
            <a:off x="6562725" y="3341688"/>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81" name="Google Shape;81;p16"/>
          <p:cNvSpPr txBox="1"/>
          <p:nvPr>
            <p:ph idx="13" type="title"/>
          </p:nvPr>
        </p:nvSpPr>
        <p:spPr>
          <a:xfrm>
            <a:off x="966700" y="1417525"/>
            <a:ext cx="2072700" cy="1705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1_1_1_1_1_1_1_1_1_1">
    <p:bg>
      <p:bgPr>
        <a:solidFill>
          <a:schemeClr val="dk2"/>
        </a:solidFill>
      </p:bgPr>
    </p:bg>
    <p:spTree>
      <p:nvGrpSpPr>
        <p:cNvPr id="82" name="Shape 82"/>
        <p:cNvGrpSpPr/>
        <p:nvPr/>
      </p:nvGrpSpPr>
      <p:grpSpPr>
        <a:xfrm>
          <a:off x="0" y="0"/>
          <a:ext cx="0" cy="0"/>
          <a:chOff x="0" y="0"/>
          <a:chExt cx="0" cy="0"/>
        </a:xfrm>
      </p:grpSpPr>
      <p:sp>
        <p:nvSpPr>
          <p:cNvPr id="83" name="Google Shape;83;p17"/>
          <p:cNvSpPr/>
          <p:nvPr/>
        </p:nvSpPr>
        <p:spPr>
          <a:xfrm>
            <a:off x="5404500" y="-50"/>
            <a:ext cx="37395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4" name="Google Shape;84;p17"/>
          <p:cNvSpPr/>
          <p:nvPr/>
        </p:nvSpPr>
        <p:spPr>
          <a:xfrm>
            <a:off x="0" y="1499700"/>
            <a:ext cx="9144000" cy="3645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5" name="Google Shape;85;p17"/>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6" name="Google Shape;86;p17"/>
          <p:cNvSpPr txBox="1"/>
          <p:nvPr>
            <p:ph idx="1" type="subTitle"/>
          </p:nvPr>
        </p:nvSpPr>
        <p:spPr>
          <a:xfrm>
            <a:off x="5792075" y="1776150"/>
            <a:ext cx="2799600" cy="30921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1pPr>
            <a:lvl2pPr lvl="1">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2pPr>
            <a:lvl3pPr lvl="2">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3pPr>
            <a:lvl4pPr lvl="3">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4pPr>
            <a:lvl5pPr lvl="4">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5pPr>
            <a:lvl6pPr lvl="5">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6pPr>
            <a:lvl7pPr lvl="6">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7pPr>
            <a:lvl8pPr lvl="7">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8pPr>
            <a:lvl9pPr lvl="8">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9pPr>
          </a:lstStyle>
          <a:p/>
        </p:txBody>
      </p:sp>
      <p:sp>
        <p:nvSpPr>
          <p:cNvPr id="87" name="Google Shape;87;p17"/>
          <p:cNvSpPr/>
          <p:nvPr>
            <p:ph idx="2" type="pic"/>
          </p:nvPr>
        </p:nvSpPr>
        <p:spPr>
          <a:xfrm>
            <a:off x="1801500" y="1497750"/>
            <a:ext cx="1801500" cy="1822500"/>
          </a:xfrm>
          <a:prstGeom prst="snip1Rect">
            <a:avLst>
              <a:gd fmla="val 17337" name="adj"/>
            </a:avLst>
          </a:prstGeom>
          <a:noFill/>
          <a:ln>
            <a:noFill/>
          </a:ln>
        </p:spPr>
      </p:sp>
      <p:sp>
        <p:nvSpPr>
          <p:cNvPr id="88" name="Google Shape;88;p17"/>
          <p:cNvSpPr/>
          <p:nvPr>
            <p:ph idx="3" type="pic"/>
          </p:nvPr>
        </p:nvSpPr>
        <p:spPr>
          <a:xfrm>
            <a:off x="1801500" y="3320250"/>
            <a:ext cx="1801500" cy="1822500"/>
          </a:xfrm>
          <a:prstGeom prst="snip1Rect">
            <a:avLst>
              <a:gd fmla="val 17337" name="adj"/>
            </a:avLst>
          </a:prstGeom>
          <a:noFill/>
          <a:ln>
            <a:noFill/>
          </a:ln>
        </p:spPr>
      </p:sp>
      <p:sp>
        <p:nvSpPr>
          <p:cNvPr id="89" name="Google Shape;89;p17"/>
          <p:cNvSpPr/>
          <p:nvPr>
            <p:ph idx="4" type="pic"/>
          </p:nvPr>
        </p:nvSpPr>
        <p:spPr>
          <a:xfrm>
            <a:off x="0" y="1497750"/>
            <a:ext cx="1801500" cy="1822500"/>
          </a:xfrm>
          <a:prstGeom prst="snip1Rect">
            <a:avLst>
              <a:gd fmla="val 17337" name="adj"/>
            </a:avLst>
          </a:prstGeom>
          <a:noFill/>
          <a:ln>
            <a:noFill/>
          </a:ln>
        </p:spPr>
      </p:sp>
      <p:sp>
        <p:nvSpPr>
          <p:cNvPr id="90" name="Google Shape;90;p17"/>
          <p:cNvSpPr/>
          <p:nvPr>
            <p:ph idx="5" type="pic"/>
          </p:nvPr>
        </p:nvSpPr>
        <p:spPr>
          <a:xfrm>
            <a:off x="0" y="3320250"/>
            <a:ext cx="1801500" cy="1822500"/>
          </a:xfrm>
          <a:prstGeom prst="snip1Rect">
            <a:avLst>
              <a:gd fmla="val 17337" name="adj"/>
            </a:avLst>
          </a:prstGeom>
          <a:noFill/>
          <a:ln>
            <a:noFill/>
          </a:ln>
        </p:spPr>
      </p:sp>
      <p:sp>
        <p:nvSpPr>
          <p:cNvPr id="91" name="Google Shape;91;p17"/>
          <p:cNvSpPr/>
          <p:nvPr>
            <p:ph idx="6" type="pic"/>
          </p:nvPr>
        </p:nvSpPr>
        <p:spPr>
          <a:xfrm>
            <a:off x="3603000" y="1497750"/>
            <a:ext cx="1801500" cy="1822500"/>
          </a:xfrm>
          <a:prstGeom prst="snip1Rect">
            <a:avLst>
              <a:gd fmla="val 17337" name="adj"/>
            </a:avLst>
          </a:prstGeom>
          <a:noFill/>
          <a:ln>
            <a:noFill/>
          </a:ln>
        </p:spPr>
      </p:sp>
      <p:sp>
        <p:nvSpPr>
          <p:cNvPr id="92" name="Google Shape;92;p17"/>
          <p:cNvSpPr/>
          <p:nvPr>
            <p:ph idx="7" type="pic"/>
          </p:nvPr>
        </p:nvSpPr>
        <p:spPr>
          <a:xfrm>
            <a:off x="3603000" y="3320250"/>
            <a:ext cx="1801500" cy="1822500"/>
          </a:xfrm>
          <a:prstGeom prst="snip1Rect">
            <a:avLst>
              <a:gd fmla="val 17337"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3">
  <p:cSld name="BLANK_1_1_1_1_1_1_1_1_1_1_1_1">
    <p:bg>
      <p:bgPr>
        <a:solidFill>
          <a:schemeClr val="lt1"/>
        </a:solidFill>
      </p:bgPr>
    </p:bg>
    <p:spTree>
      <p:nvGrpSpPr>
        <p:cNvPr id="93" name="Shape 93"/>
        <p:cNvGrpSpPr/>
        <p:nvPr/>
      </p:nvGrpSpPr>
      <p:grpSpPr>
        <a:xfrm>
          <a:off x="0" y="0"/>
          <a:ext cx="0" cy="0"/>
          <a:chOff x="0" y="0"/>
          <a:chExt cx="0" cy="0"/>
        </a:xfrm>
      </p:grpSpPr>
      <p:sp>
        <p:nvSpPr>
          <p:cNvPr id="94" name="Google Shape;94;p18"/>
          <p:cNvSpPr/>
          <p:nvPr/>
        </p:nvSpPr>
        <p:spPr>
          <a:xfrm>
            <a:off x="5404500" y="-50"/>
            <a:ext cx="3739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5" name="Google Shape;95;p18"/>
          <p:cNvSpPr/>
          <p:nvPr/>
        </p:nvSpPr>
        <p:spPr>
          <a:xfrm>
            <a:off x="0" y="1499700"/>
            <a:ext cx="9144000" cy="364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6" name="Google Shape;96;p18"/>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7" name="Google Shape;97;p18"/>
          <p:cNvSpPr txBox="1"/>
          <p:nvPr>
            <p:ph type="title"/>
          </p:nvPr>
        </p:nvSpPr>
        <p:spPr>
          <a:xfrm>
            <a:off x="5821575" y="1709925"/>
            <a:ext cx="2882700" cy="627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600"/>
              <a:buFont typeface="Lato"/>
              <a:buNone/>
              <a:defRPr b="1" sz="2400">
                <a:latin typeface="Lato"/>
                <a:ea typeface="Lato"/>
                <a:cs typeface="Lato"/>
                <a:sym typeface="Lato"/>
              </a:defRPr>
            </a:lvl1pPr>
            <a:lvl2pPr lvl="1">
              <a:lnSpc>
                <a:spcPct val="80000"/>
              </a:lnSpc>
              <a:spcBef>
                <a:spcPts val="0"/>
              </a:spcBef>
              <a:spcAft>
                <a:spcPts val="0"/>
              </a:spcAft>
              <a:buClr>
                <a:schemeClr val="dk1"/>
              </a:buClr>
              <a:buSzPts val="3000"/>
              <a:buNone/>
              <a:defRPr sz="1800">
                <a:latin typeface="Quantico"/>
                <a:ea typeface="Quantico"/>
                <a:cs typeface="Quantico"/>
                <a:sym typeface="Quantico"/>
              </a:defRPr>
            </a:lvl2pPr>
            <a:lvl3pPr lvl="2">
              <a:lnSpc>
                <a:spcPct val="80000"/>
              </a:lnSpc>
              <a:spcBef>
                <a:spcPts val="0"/>
              </a:spcBef>
              <a:spcAft>
                <a:spcPts val="0"/>
              </a:spcAft>
              <a:buClr>
                <a:schemeClr val="dk1"/>
              </a:buClr>
              <a:buSzPts val="3000"/>
              <a:buNone/>
              <a:defRPr sz="1800">
                <a:latin typeface="Quantico"/>
                <a:ea typeface="Quantico"/>
                <a:cs typeface="Quantico"/>
                <a:sym typeface="Quantico"/>
              </a:defRPr>
            </a:lvl3pPr>
            <a:lvl4pPr lvl="3">
              <a:lnSpc>
                <a:spcPct val="80000"/>
              </a:lnSpc>
              <a:spcBef>
                <a:spcPts val="0"/>
              </a:spcBef>
              <a:spcAft>
                <a:spcPts val="0"/>
              </a:spcAft>
              <a:buClr>
                <a:schemeClr val="dk1"/>
              </a:buClr>
              <a:buSzPts val="3000"/>
              <a:buNone/>
              <a:defRPr sz="1800">
                <a:latin typeface="Quantico"/>
                <a:ea typeface="Quantico"/>
                <a:cs typeface="Quantico"/>
                <a:sym typeface="Quantico"/>
              </a:defRPr>
            </a:lvl4pPr>
            <a:lvl5pPr lvl="4">
              <a:lnSpc>
                <a:spcPct val="80000"/>
              </a:lnSpc>
              <a:spcBef>
                <a:spcPts val="0"/>
              </a:spcBef>
              <a:spcAft>
                <a:spcPts val="0"/>
              </a:spcAft>
              <a:buClr>
                <a:schemeClr val="dk1"/>
              </a:buClr>
              <a:buSzPts val="3000"/>
              <a:buNone/>
              <a:defRPr sz="1800">
                <a:latin typeface="Quantico"/>
                <a:ea typeface="Quantico"/>
                <a:cs typeface="Quantico"/>
                <a:sym typeface="Quantico"/>
              </a:defRPr>
            </a:lvl5pPr>
            <a:lvl6pPr lvl="5">
              <a:lnSpc>
                <a:spcPct val="80000"/>
              </a:lnSpc>
              <a:spcBef>
                <a:spcPts val="0"/>
              </a:spcBef>
              <a:spcAft>
                <a:spcPts val="0"/>
              </a:spcAft>
              <a:buClr>
                <a:schemeClr val="dk1"/>
              </a:buClr>
              <a:buSzPts val="3000"/>
              <a:buNone/>
              <a:defRPr sz="1800">
                <a:latin typeface="Quantico"/>
                <a:ea typeface="Quantico"/>
                <a:cs typeface="Quantico"/>
                <a:sym typeface="Quantico"/>
              </a:defRPr>
            </a:lvl6pPr>
            <a:lvl7pPr lvl="6">
              <a:lnSpc>
                <a:spcPct val="80000"/>
              </a:lnSpc>
              <a:spcBef>
                <a:spcPts val="0"/>
              </a:spcBef>
              <a:spcAft>
                <a:spcPts val="0"/>
              </a:spcAft>
              <a:buClr>
                <a:schemeClr val="dk1"/>
              </a:buClr>
              <a:buSzPts val="3000"/>
              <a:buNone/>
              <a:defRPr sz="1800">
                <a:latin typeface="Quantico"/>
                <a:ea typeface="Quantico"/>
                <a:cs typeface="Quantico"/>
                <a:sym typeface="Quantico"/>
              </a:defRPr>
            </a:lvl7pPr>
            <a:lvl8pPr lvl="7">
              <a:lnSpc>
                <a:spcPct val="80000"/>
              </a:lnSpc>
              <a:spcBef>
                <a:spcPts val="0"/>
              </a:spcBef>
              <a:spcAft>
                <a:spcPts val="0"/>
              </a:spcAft>
              <a:buClr>
                <a:schemeClr val="dk1"/>
              </a:buClr>
              <a:buSzPts val="3000"/>
              <a:buNone/>
              <a:defRPr sz="1800">
                <a:latin typeface="Quantico"/>
                <a:ea typeface="Quantico"/>
                <a:cs typeface="Quantico"/>
                <a:sym typeface="Quantico"/>
              </a:defRPr>
            </a:lvl8pPr>
            <a:lvl9pPr lvl="8">
              <a:lnSpc>
                <a:spcPct val="80000"/>
              </a:lnSpc>
              <a:spcBef>
                <a:spcPts val="0"/>
              </a:spcBef>
              <a:spcAft>
                <a:spcPts val="0"/>
              </a:spcAft>
              <a:buClr>
                <a:schemeClr val="dk1"/>
              </a:buClr>
              <a:buSzPts val="3000"/>
              <a:buNone/>
              <a:defRPr sz="1800">
                <a:latin typeface="Quantico"/>
                <a:ea typeface="Quantico"/>
                <a:cs typeface="Quantico"/>
                <a:sym typeface="Quantico"/>
              </a:defRPr>
            </a:lvl9pPr>
          </a:lstStyle>
          <a:p/>
        </p:txBody>
      </p:sp>
      <p:sp>
        <p:nvSpPr>
          <p:cNvPr id="98" name="Google Shape;98;p18"/>
          <p:cNvSpPr txBox="1"/>
          <p:nvPr>
            <p:ph idx="2" type="title"/>
          </p:nvPr>
        </p:nvSpPr>
        <p:spPr>
          <a:xfrm>
            <a:off x="516600" y="486575"/>
            <a:ext cx="3823500" cy="678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200"/>
              <a:buNone/>
              <a:defRPr sz="2400">
                <a:solidFill>
                  <a:schemeClr val="accent6"/>
                </a:solidFill>
              </a:defRPr>
            </a:lvl1pPr>
            <a:lvl2pPr lvl="1">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9pPr>
          </a:lstStyle>
          <a:p/>
        </p:txBody>
      </p:sp>
      <p:sp>
        <p:nvSpPr>
          <p:cNvPr id="99" name="Google Shape;99;p18"/>
          <p:cNvSpPr txBox="1"/>
          <p:nvPr>
            <p:ph idx="1" type="subTitle"/>
          </p:nvPr>
        </p:nvSpPr>
        <p:spPr>
          <a:xfrm>
            <a:off x="5821575" y="2476500"/>
            <a:ext cx="2019900" cy="455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0" name="Google Shape;100;p18"/>
          <p:cNvSpPr txBox="1"/>
          <p:nvPr>
            <p:ph idx="3" type="title"/>
          </p:nvPr>
        </p:nvSpPr>
        <p:spPr>
          <a:xfrm>
            <a:off x="5810125" y="3070875"/>
            <a:ext cx="2388600" cy="529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lvl1pPr>
            <a:lvl2pPr lvl="1">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2pPr>
            <a:lvl3pPr lvl="2">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3pPr>
            <a:lvl4pPr lvl="3">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4pPr>
            <a:lvl5pPr lvl="4">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5pPr>
            <a:lvl6pPr lvl="5">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6pPr>
            <a:lvl7pPr lvl="6">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7pPr>
            <a:lvl8pPr lvl="7">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8pPr>
            <a:lvl9pPr lvl="8">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9pPr>
          </a:lstStyle>
          <a:p/>
        </p:txBody>
      </p:sp>
      <p:sp>
        <p:nvSpPr>
          <p:cNvPr id="101" name="Google Shape;101;p18"/>
          <p:cNvSpPr txBox="1"/>
          <p:nvPr>
            <p:ph idx="4" type="subTitle"/>
          </p:nvPr>
        </p:nvSpPr>
        <p:spPr>
          <a:xfrm>
            <a:off x="5821575" y="34260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102" name="Google Shape;102;p18"/>
          <p:cNvSpPr/>
          <p:nvPr>
            <p:ph idx="5" type="pic"/>
          </p:nvPr>
        </p:nvSpPr>
        <p:spPr>
          <a:xfrm>
            <a:off x="0" y="1502400"/>
            <a:ext cx="5404500" cy="3639600"/>
          </a:xfrm>
          <a:prstGeom prst="snip1Rect">
            <a:avLst>
              <a:gd fmla="val 16026" name="adj"/>
            </a:avLst>
          </a:prstGeom>
          <a:noFill/>
          <a:ln>
            <a:noFill/>
          </a:ln>
        </p:spPr>
      </p:sp>
      <p:sp>
        <p:nvSpPr>
          <p:cNvPr id="103" name="Google Shape;103;p18"/>
          <p:cNvSpPr txBox="1"/>
          <p:nvPr>
            <p:ph idx="6" type="subTitle"/>
          </p:nvPr>
        </p:nvSpPr>
        <p:spPr>
          <a:xfrm>
            <a:off x="5794900" y="4333425"/>
            <a:ext cx="2718300" cy="354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solidFill>
                  <a:schemeClr val="dk1"/>
                </a:solidFill>
                <a:latin typeface="Quantico"/>
                <a:ea typeface="Quantico"/>
                <a:cs typeface="Quantico"/>
                <a:sym typeface="Quantico"/>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104" name="Google Shape;104;p18"/>
          <p:cNvSpPr txBox="1"/>
          <p:nvPr>
            <p:ph idx="7" type="subTitle"/>
          </p:nvPr>
        </p:nvSpPr>
        <p:spPr>
          <a:xfrm>
            <a:off x="5821575" y="45014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5 ">
  <p:cSld name="BLANK_1_1_1_1_1_1_1">
    <p:bg>
      <p:bgPr>
        <a:solidFill>
          <a:schemeClr val="accent5"/>
        </a:solidFill>
      </p:bgPr>
    </p:bg>
    <p:spTree>
      <p:nvGrpSpPr>
        <p:cNvPr id="105" name="Shape 105"/>
        <p:cNvGrpSpPr/>
        <p:nvPr/>
      </p:nvGrpSpPr>
      <p:grpSpPr>
        <a:xfrm>
          <a:off x="0" y="0"/>
          <a:ext cx="0" cy="0"/>
          <a:chOff x="0" y="0"/>
          <a:chExt cx="0" cy="0"/>
        </a:xfrm>
      </p:grpSpPr>
      <p:sp>
        <p:nvSpPr>
          <p:cNvPr id="106" name="Google Shape;106;p19"/>
          <p:cNvSpPr/>
          <p:nvPr/>
        </p:nvSpPr>
        <p:spPr>
          <a:xfrm>
            <a:off x="731650" y="619550"/>
            <a:ext cx="84123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7" name="Google Shape;107;p19"/>
          <p:cNvSpPr txBox="1"/>
          <p:nvPr>
            <p:ph type="title"/>
          </p:nvPr>
        </p:nvSpPr>
        <p:spPr>
          <a:xfrm>
            <a:off x="920550" y="904500"/>
            <a:ext cx="7226700" cy="9087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108" name="Google Shape;108;p19"/>
          <p:cNvSpPr txBox="1"/>
          <p:nvPr>
            <p:ph idx="2" type="title"/>
          </p:nvPr>
        </p:nvSpPr>
        <p:spPr>
          <a:xfrm>
            <a:off x="920550" y="1881950"/>
            <a:ext cx="5228400" cy="194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109" name="Google Shape;109;p19"/>
          <p:cNvSpPr txBox="1"/>
          <p:nvPr>
            <p:ph idx="1" type="subTitle"/>
          </p:nvPr>
        </p:nvSpPr>
        <p:spPr>
          <a:xfrm>
            <a:off x="920550" y="4518700"/>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sz="900">
                <a:solidFill>
                  <a:schemeClr val="dk1"/>
                </a:solidFill>
              </a:defRPr>
            </a:lvl1pPr>
            <a:lvl2pPr lvl="1">
              <a:lnSpc>
                <a:spcPct val="115000"/>
              </a:lnSpc>
              <a:spcBef>
                <a:spcPts val="1000"/>
              </a:spcBef>
              <a:spcAft>
                <a:spcPts val="0"/>
              </a:spcAft>
              <a:buClr>
                <a:schemeClr val="dk1"/>
              </a:buClr>
              <a:buSzPts val="1000"/>
              <a:buFont typeface="Lato"/>
              <a:buNone/>
              <a:defRPr sz="900">
                <a:solidFill>
                  <a:schemeClr val="dk1"/>
                </a:solidFill>
              </a:defRPr>
            </a:lvl2pPr>
            <a:lvl3pPr lvl="2">
              <a:lnSpc>
                <a:spcPct val="115000"/>
              </a:lnSpc>
              <a:spcBef>
                <a:spcPts val="1000"/>
              </a:spcBef>
              <a:spcAft>
                <a:spcPts val="0"/>
              </a:spcAft>
              <a:buClr>
                <a:schemeClr val="dk1"/>
              </a:buClr>
              <a:buSzPts val="1000"/>
              <a:buFont typeface="Lato"/>
              <a:buNone/>
              <a:defRPr sz="900">
                <a:solidFill>
                  <a:schemeClr val="dk1"/>
                </a:solidFill>
              </a:defRPr>
            </a:lvl3pPr>
            <a:lvl4pPr lvl="3">
              <a:lnSpc>
                <a:spcPct val="115000"/>
              </a:lnSpc>
              <a:spcBef>
                <a:spcPts val="1000"/>
              </a:spcBef>
              <a:spcAft>
                <a:spcPts val="0"/>
              </a:spcAft>
              <a:buClr>
                <a:schemeClr val="dk1"/>
              </a:buClr>
              <a:buSzPts val="1000"/>
              <a:buFont typeface="Lato"/>
              <a:buNone/>
              <a:defRPr sz="900">
                <a:solidFill>
                  <a:schemeClr val="dk1"/>
                </a:solidFill>
              </a:defRPr>
            </a:lvl4pPr>
            <a:lvl5pPr lvl="4">
              <a:lnSpc>
                <a:spcPct val="115000"/>
              </a:lnSpc>
              <a:spcBef>
                <a:spcPts val="1000"/>
              </a:spcBef>
              <a:spcAft>
                <a:spcPts val="0"/>
              </a:spcAft>
              <a:buClr>
                <a:schemeClr val="dk1"/>
              </a:buClr>
              <a:buSzPts val="1000"/>
              <a:buFont typeface="Lato"/>
              <a:buNone/>
              <a:defRPr sz="900">
                <a:solidFill>
                  <a:schemeClr val="dk1"/>
                </a:solidFill>
              </a:defRPr>
            </a:lvl5pPr>
            <a:lvl6pPr lvl="5">
              <a:lnSpc>
                <a:spcPct val="115000"/>
              </a:lnSpc>
              <a:spcBef>
                <a:spcPts val="1000"/>
              </a:spcBef>
              <a:spcAft>
                <a:spcPts val="0"/>
              </a:spcAft>
              <a:buClr>
                <a:schemeClr val="dk1"/>
              </a:buClr>
              <a:buSzPts val="1000"/>
              <a:buFont typeface="Lato"/>
              <a:buNone/>
              <a:defRPr sz="900">
                <a:solidFill>
                  <a:schemeClr val="dk1"/>
                </a:solidFill>
              </a:defRPr>
            </a:lvl6pPr>
            <a:lvl7pPr lvl="6">
              <a:lnSpc>
                <a:spcPct val="115000"/>
              </a:lnSpc>
              <a:spcBef>
                <a:spcPts val="1000"/>
              </a:spcBef>
              <a:spcAft>
                <a:spcPts val="0"/>
              </a:spcAft>
              <a:buClr>
                <a:schemeClr val="dk1"/>
              </a:buClr>
              <a:buSzPts val="1000"/>
              <a:buFont typeface="Lato"/>
              <a:buNone/>
              <a:defRPr sz="900">
                <a:solidFill>
                  <a:schemeClr val="dk1"/>
                </a:solidFill>
              </a:defRPr>
            </a:lvl7pPr>
            <a:lvl8pPr lvl="7">
              <a:lnSpc>
                <a:spcPct val="115000"/>
              </a:lnSpc>
              <a:spcBef>
                <a:spcPts val="1000"/>
              </a:spcBef>
              <a:spcAft>
                <a:spcPts val="0"/>
              </a:spcAft>
              <a:buClr>
                <a:schemeClr val="dk1"/>
              </a:buClr>
              <a:buSzPts val="1000"/>
              <a:buFont typeface="Lato"/>
              <a:buNone/>
              <a:defRPr sz="900">
                <a:solidFill>
                  <a:schemeClr val="dk1"/>
                </a:solidFill>
              </a:defRPr>
            </a:lvl8pPr>
            <a:lvl9pPr lvl="8">
              <a:lnSpc>
                <a:spcPct val="115000"/>
              </a:lnSpc>
              <a:spcBef>
                <a:spcPts val="1000"/>
              </a:spcBef>
              <a:spcAft>
                <a:spcPts val="1000"/>
              </a:spcAft>
              <a:buClr>
                <a:schemeClr val="dk1"/>
              </a:buClr>
              <a:buSzPts val="1000"/>
              <a:buFont typeface="Lato"/>
              <a:buNone/>
              <a:defRPr sz="900">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6">
  <p:cSld name="BLANK_1_1_1_1_1_1_2">
    <p:bg>
      <p:bgPr>
        <a:solidFill>
          <a:schemeClr val="accent2"/>
        </a:solidFill>
      </p:bgPr>
    </p:bg>
    <p:spTree>
      <p:nvGrpSpPr>
        <p:cNvPr id="110" name="Shape 110"/>
        <p:cNvGrpSpPr/>
        <p:nvPr/>
      </p:nvGrpSpPr>
      <p:grpSpPr>
        <a:xfrm>
          <a:off x="0" y="0"/>
          <a:ext cx="0" cy="0"/>
          <a:chOff x="0" y="0"/>
          <a:chExt cx="0" cy="0"/>
        </a:xfrm>
      </p:grpSpPr>
      <p:sp>
        <p:nvSpPr>
          <p:cNvPr id="111" name="Google Shape;111;p20"/>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2" name="Google Shape;112;p20"/>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3" name="Google Shape;113;p20"/>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4" name="Google Shape;114;p20"/>
          <p:cNvSpPr/>
          <p:nvPr/>
        </p:nvSpPr>
        <p:spPr>
          <a:xfrm>
            <a:off x="557100" y="5607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5" name="Google Shape;115;p20"/>
          <p:cNvSpPr txBox="1"/>
          <p:nvPr>
            <p:ph type="title"/>
          </p:nvPr>
        </p:nvSpPr>
        <p:spPr>
          <a:xfrm>
            <a:off x="910650" y="1462775"/>
            <a:ext cx="7349400" cy="25134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4800"/>
              <a:buNone/>
              <a:defRPr sz="4800">
                <a:solidFill>
                  <a:schemeClr val="accent6"/>
                </a:solidFill>
              </a:defRPr>
            </a:lvl1pPr>
            <a:lvl2pPr lvl="1">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9pPr>
          </a:lstStyle>
          <a:p/>
        </p:txBody>
      </p:sp>
      <p:sp>
        <p:nvSpPr>
          <p:cNvPr id="116" name="Google Shape;116;p20"/>
          <p:cNvSpPr txBox="1"/>
          <p:nvPr>
            <p:ph idx="1" type="subTitle"/>
          </p:nvPr>
        </p:nvSpPr>
        <p:spPr>
          <a:xfrm>
            <a:off x="948750" y="4188925"/>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sz="900">
                <a:solidFill>
                  <a:schemeClr val="accent6"/>
                </a:solidFill>
              </a:defRPr>
            </a:lvl1pPr>
            <a:lvl2pPr lvl="1">
              <a:lnSpc>
                <a:spcPct val="115000"/>
              </a:lnSpc>
              <a:spcBef>
                <a:spcPts val="1000"/>
              </a:spcBef>
              <a:spcAft>
                <a:spcPts val="0"/>
              </a:spcAft>
              <a:buClr>
                <a:schemeClr val="accent6"/>
              </a:buClr>
              <a:buSzPts val="1000"/>
              <a:buFont typeface="Lato"/>
              <a:buNone/>
              <a:defRPr sz="900">
                <a:solidFill>
                  <a:schemeClr val="accent6"/>
                </a:solidFill>
              </a:defRPr>
            </a:lvl2pPr>
            <a:lvl3pPr lvl="2">
              <a:lnSpc>
                <a:spcPct val="115000"/>
              </a:lnSpc>
              <a:spcBef>
                <a:spcPts val="1000"/>
              </a:spcBef>
              <a:spcAft>
                <a:spcPts val="0"/>
              </a:spcAft>
              <a:buClr>
                <a:schemeClr val="accent6"/>
              </a:buClr>
              <a:buSzPts val="1000"/>
              <a:buFont typeface="Lato"/>
              <a:buNone/>
              <a:defRPr sz="900">
                <a:solidFill>
                  <a:schemeClr val="accent6"/>
                </a:solidFill>
              </a:defRPr>
            </a:lvl3pPr>
            <a:lvl4pPr lvl="3">
              <a:lnSpc>
                <a:spcPct val="115000"/>
              </a:lnSpc>
              <a:spcBef>
                <a:spcPts val="1000"/>
              </a:spcBef>
              <a:spcAft>
                <a:spcPts val="0"/>
              </a:spcAft>
              <a:buClr>
                <a:schemeClr val="accent6"/>
              </a:buClr>
              <a:buSzPts val="1000"/>
              <a:buFont typeface="Lato"/>
              <a:buNone/>
              <a:defRPr sz="900">
                <a:solidFill>
                  <a:schemeClr val="accent6"/>
                </a:solidFill>
              </a:defRPr>
            </a:lvl4pPr>
            <a:lvl5pPr lvl="4">
              <a:lnSpc>
                <a:spcPct val="115000"/>
              </a:lnSpc>
              <a:spcBef>
                <a:spcPts val="1000"/>
              </a:spcBef>
              <a:spcAft>
                <a:spcPts val="0"/>
              </a:spcAft>
              <a:buClr>
                <a:schemeClr val="accent6"/>
              </a:buClr>
              <a:buSzPts val="1000"/>
              <a:buFont typeface="Lato"/>
              <a:buNone/>
              <a:defRPr sz="900">
                <a:solidFill>
                  <a:schemeClr val="accent6"/>
                </a:solidFill>
              </a:defRPr>
            </a:lvl5pPr>
            <a:lvl6pPr lvl="5">
              <a:lnSpc>
                <a:spcPct val="115000"/>
              </a:lnSpc>
              <a:spcBef>
                <a:spcPts val="1000"/>
              </a:spcBef>
              <a:spcAft>
                <a:spcPts val="0"/>
              </a:spcAft>
              <a:buClr>
                <a:schemeClr val="accent6"/>
              </a:buClr>
              <a:buSzPts val="1000"/>
              <a:buFont typeface="Lato"/>
              <a:buNone/>
              <a:defRPr sz="900">
                <a:solidFill>
                  <a:schemeClr val="accent6"/>
                </a:solidFill>
              </a:defRPr>
            </a:lvl6pPr>
            <a:lvl7pPr lvl="6">
              <a:lnSpc>
                <a:spcPct val="115000"/>
              </a:lnSpc>
              <a:spcBef>
                <a:spcPts val="1000"/>
              </a:spcBef>
              <a:spcAft>
                <a:spcPts val="0"/>
              </a:spcAft>
              <a:buClr>
                <a:schemeClr val="accent6"/>
              </a:buClr>
              <a:buSzPts val="1000"/>
              <a:buFont typeface="Lato"/>
              <a:buNone/>
              <a:defRPr sz="900">
                <a:solidFill>
                  <a:schemeClr val="accent6"/>
                </a:solidFill>
              </a:defRPr>
            </a:lvl7pPr>
            <a:lvl8pPr lvl="7">
              <a:lnSpc>
                <a:spcPct val="115000"/>
              </a:lnSpc>
              <a:spcBef>
                <a:spcPts val="1000"/>
              </a:spcBef>
              <a:spcAft>
                <a:spcPts val="0"/>
              </a:spcAft>
              <a:buClr>
                <a:schemeClr val="accent6"/>
              </a:buClr>
              <a:buSzPts val="1000"/>
              <a:buFont typeface="Lato"/>
              <a:buNone/>
              <a:defRPr sz="900">
                <a:solidFill>
                  <a:schemeClr val="accent6"/>
                </a:solidFill>
              </a:defRPr>
            </a:lvl8pPr>
            <a:lvl9pPr lvl="8">
              <a:lnSpc>
                <a:spcPct val="115000"/>
              </a:lnSpc>
              <a:spcBef>
                <a:spcPts val="1000"/>
              </a:spcBef>
              <a:spcAft>
                <a:spcPts val="1000"/>
              </a:spcAft>
              <a:buClr>
                <a:schemeClr val="accent6"/>
              </a:buClr>
              <a:buSzPts val="1000"/>
              <a:buFont typeface="Lato"/>
              <a:buNone/>
              <a:defRPr sz="900">
                <a:solidFill>
                  <a:schemeClr val="accent6"/>
                </a:solidFill>
              </a:defRPr>
            </a:lvl9pPr>
          </a:lstStyle>
          <a:p/>
        </p:txBody>
      </p:sp>
      <p:sp>
        <p:nvSpPr>
          <p:cNvPr id="117" name="Google Shape;117;p20"/>
          <p:cNvSpPr txBox="1"/>
          <p:nvPr>
            <p:ph idx="2" type="title"/>
          </p:nvPr>
        </p:nvSpPr>
        <p:spPr>
          <a:xfrm>
            <a:off x="948750" y="930950"/>
            <a:ext cx="7311300" cy="315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3"/>
              </a:buClr>
              <a:buSzPts val="2400"/>
              <a:buNone/>
              <a:defRPr sz="2400">
                <a:solidFill>
                  <a:schemeClr val="accent3"/>
                </a:solidFill>
              </a:defRPr>
            </a:lvl1pPr>
            <a:lvl2pPr lvl="1">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2pPr>
            <a:lvl3pPr lvl="2">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3pPr>
            <a:lvl4pPr lvl="3">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4pPr>
            <a:lvl5pPr lvl="4">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5pPr>
            <a:lvl6pPr lvl="5">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6pPr>
            <a:lvl7pPr lvl="6">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7pPr>
            <a:lvl8pPr lvl="7">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8pPr>
            <a:lvl9pPr lvl="8">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7 ">
  <p:cSld name="CUSTOM_11">
    <p:bg>
      <p:bgPr>
        <a:solidFill>
          <a:schemeClr val="lt2"/>
        </a:solidFill>
      </p:bgPr>
    </p:bg>
    <p:spTree>
      <p:nvGrpSpPr>
        <p:cNvPr id="118" name="Shape 118"/>
        <p:cNvGrpSpPr/>
        <p:nvPr/>
      </p:nvGrpSpPr>
      <p:grpSpPr>
        <a:xfrm>
          <a:off x="0" y="0"/>
          <a:ext cx="0" cy="0"/>
          <a:chOff x="0" y="0"/>
          <a:chExt cx="0" cy="0"/>
        </a:xfrm>
      </p:grpSpPr>
      <p:sp>
        <p:nvSpPr>
          <p:cNvPr id="119" name="Google Shape;119;p21"/>
          <p:cNvSpPr/>
          <p:nvPr/>
        </p:nvSpPr>
        <p:spPr>
          <a:xfrm>
            <a:off x="5444100" y="2728350"/>
            <a:ext cx="2952300" cy="2033400"/>
          </a:xfrm>
          <a:prstGeom prst="snip1Rect">
            <a:avLst>
              <a:gd fmla="val 1390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20" name="Google Shape;120;p21"/>
          <p:cNvSpPr/>
          <p:nvPr/>
        </p:nvSpPr>
        <p:spPr>
          <a:xfrm>
            <a:off x="0" y="0"/>
            <a:ext cx="9144000" cy="4236000"/>
          </a:xfrm>
          <a:prstGeom prst="snip1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1" name="Google Shape;121;p21"/>
          <p:cNvSpPr/>
          <p:nvPr/>
        </p:nvSpPr>
        <p:spPr>
          <a:xfrm>
            <a:off x="5448300" y="694950"/>
            <a:ext cx="2952300" cy="2033400"/>
          </a:xfrm>
          <a:prstGeom prst="snip1Rect">
            <a:avLst>
              <a:gd fmla="val 13900"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22" name="Google Shape;122;p21"/>
          <p:cNvSpPr/>
          <p:nvPr/>
        </p:nvSpPr>
        <p:spPr>
          <a:xfrm>
            <a:off x="5438163" y="4761750"/>
            <a:ext cx="2964175" cy="388625"/>
          </a:xfrm>
          <a:custGeom>
            <a:rect b="b" l="l" r="r" t="t"/>
            <a:pathLst>
              <a:path extrusionOk="0" h="15545" w="118567">
                <a:moveTo>
                  <a:pt x="0" y="15545"/>
                </a:moveTo>
                <a:lnTo>
                  <a:pt x="118567" y="15545"/>
                </a:lnTo>
                <a:lnTo>
                  <a:pt x="103022" y="0"/>
                </a:lnTo>
                <a:lnTo>
                  <a:pt x="305" y="0"/>
                </a:lnTo>
                <a:close/>
              </a:path>
            </a:pathLst>
          </a:custGeom>
          <a:solidFill>
            <a:schemeClr val="accent1"/>
          </a:solidFill>
          <a:ln>
            <a:noFill/>
          </a:ln>
        </p:spPr>
      </p:sp>
      <p:sp>
        <p:nvSpPr>
          <p:cNvPr id="123" name="Google Shape;123;p21"/>
          <p:cNvSpPr/>
          <p:nvPr/>
        </p:nvSpPr>
        <p:spPr>
          <a:xfrm>
            <a:off x="5437625" y="-10675"/>
            <a:ext cx="2971800" cy="708675"/>
          </a:xfrm>
          <a:custGeom>
            <a:rect b="b" l="l" r="r" t="t"/>
            <a:pathLst>
              <a:path extrusionOk="0" h="28347" w="118872">
                <a:moveTo>
                  <a:pt x="0" y="0"/>
                </a:moveTo>
                <a:lnTo>
                  <a:pt x="0" y="28347"/>
                </a:lnTo>
                <a:lnTo>
                  <a:pt x="118872" y="28347"/>
                </a:lnTo>
                <a:lnTo>
                  <a:pt x="118872" y="305"/>
                </a:lnTo>
                <a:close/>
              </a:path>
            </a:pathLst>
          </a:custGeom>
          <a:solidFill>
            <a:schemeClr val="dk2"/>
          </a:solidFill>
          <a:ln>
            <a:noFill/>
          </a:ln>
        </p:spPr>
      </p:sp>
      <p:sp>
        <p:nvSpPr>
          <p:cNvPr id="124" name="Google Shape;124;p21"/>
          <p:cNvSpPr txBox="1"/>
          <p:nvPr>
            <p:ph type="title"/>
          </p:nvPr>
        </p:nvSpPr>
        <p:spPr>
          <a:xfrm>
            <a:off x="931675" y="907075"/>
            <a:ext cx="4005900" cy="708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5"/>
              </a:buClr>
              <a:buSzPts val="3000"/>
              <a:buNone/>
              <a:defRPr sz="3700">
                <a:solidFill>
                  <a:schemeClr val="accent5"/>
                </a:solidFill>
              </a:defRPr>
            </a:lvl1pPr>
            <a:lvl2pPr lvl="1">
              <a:spcBef>
                <a:spcPts val="0"/>
              </a:spcBef>
              <a:spcAft>
                <a:spcPts val="0"/>
              </a:spcAft>
              <a:buClr>
                <a:schemeClr val="accent5"/>
              </a:buClr>
              <a:buSzPts val="3000"/>
              <a:buNone/>
              <a:defRPr sz="3700">
                <a:solidFill>
                  <a:schemeClr val="accent5"/>
                </a:solidFill>
                <a:latin typeface="Quantico"/>
                <a:ea typeface="Quantico"/>
                <a:cs typeface="Quantico"/>
                <a:sym typeface="Quantico"/>
              </a:defRPr>
            </a:lvl2pPr>
            <a:lvl3pPr lvl="2">
              <a:spcBef>
                <a:spcPts val="0"/>
              </a:spcBef>
              <a:spcAft>
                <a:spcPts val="0"/>
              </a:spcAft>
              <a:buClr>
                <a:schemeClr val="accent5"/>
              </a:buClr>
              <a:buSzPts val="3000"/>
              <a:buNone/>
              <a:defRPr sz="3700">
                <a:solidFill>
                  <a:schemeClr val="accent5"/>
                </a:solidFill>
                <a:latin typeface="Quantico"/>
                <a:ea typeface="Quantico"/>
                <a:cs typeface="Quantico"/>
                <a:sym typeface="Quantico"/>
              </a:defRPr>
            </a:lvl3pPr>
            <a:lvl4pPr lvl="3">
              <a:spcBef>
                <a:spcPts val="0"/>
              </a:spcBef>
              <a:spcAft>
                <a:spcPts val="0"/>
              </a:spcAft>
              <a:buClr>
                <a:schemeClr val="accent5"/>
              </a:buClr>
              <a:buSzPts val="3000"/>
              <a:buNone/>
              <a:defRPr sz="3700">
                <a:solidFill>
                  <a:schemeClr val="accent5"/>
                </a:solidFill>
                <a:latin typeface="Quantico"/>
                <a:ea typeface="Quantico"/>
                <a:cs typeface="Quantico"/>
                <a:sym typeface="Quantico"/>
              </a:defRPr>
            </a:lvl4pPr>
            <a:lvl5pPr lvl="4">
              <a:spcBef>
                <a:spcPts val="0"/>
              </a:spcBef>
              <a:spcAft>
                <a:spcPts val="0"/>
              </a:spcAft>
              <a:buClr>
                <a:schemeClr val="accent5"/>
              </a:buClr>
              <a:buSzPts val="3000"/>
              <a:buNone/>
              <a:defRPr sz="3700">
                <a:solidFill>
                  <a:schemeClr val="accent5"/>
                </a:solidFill>
                <a:latin typeface="Quantico"/>
                <a:ea typeface="Quantico"/>
                <a:cs typeface="Quantico"/>
                <a:sym typeface="Quantico"/>
              </a:defRPr>
            </a:lvl5pPr>
            <a:lvl6pPr lvl="5">
              <a:spcBef>
                <a:spcPts val="0"/>
              </a:spcBef>
              <a:spcAft>
                <a:spcPts val="0"/>
              </a:spcAft>
              <a:buClr>
                <a:schemeClr val="accent5"/>
              </a:buClr>
              <a:buSzPts val="3000"/>
              <a:buNone/>
              <a:defRPr sz="3700">
                <a:solidFill>
                  <a:schemeClr val="accent5"/>
                </a:solidFill>
                <a:latin typeface="Quantico"/>
                <a:ea typeface="Quantico"/>
                <a:cs typeface="Quantico"/>
                <a:sym typeface="Quantico"/>
              </a:defRPr>
            </a:lvl6pPr>
            <a:lvl7pPr lvl="6">
              <a:spcBef>
                <a:spcPts val="0"/>
              </a:spcBef>
              <a:spcAft>
                <a:spcPts val="0"/>
              </a:spcAft>
              <a:buClr>
                <a:schemeClr val="accent5"/>
              </a:buClr>
              <a:buSzPts val="3000"/>
              <a:buNone/>
              <a:defRPr sz="3700">
                <a:solidFill>
                  <a:schemeClr val="accent5"/>
                </a:solidFill>
                <a:latin typeface="Quantico"/>
                <a:ea typeface="Quantico"/>
                <a:cs typeface="Quantico"/>
                <a:sym typeface="Quantico"/>
              </a:defRPr>
            </a:lvl7pPr>
            <a:lvl8pPr lvl="7">
              <a:spcBef>
                <a:spcPts val="0"/>
              </a:spcBef>
              <a:spcAft>
                <a:spcPts val="0"/>
              </a:spcAft>
              <a:buClr>
                <a:schemeClr val="accent5"/>
              </a:buClr>
              <a:buSzPts val="3000"/>
              <a:buNone/>
              <a:defRPr sz="3700">
                <a:solidFill>
                  <a:schemeClr val="accent5"/>
                </a:solidFill>
                <a:latin typeface="Quantico"/>
                <a:ea typeface="Quantico"/>
                <a:cs typeface="Quantico"/>
                <a:sym typeface="Quantico"/>
              </a:defRPr>
            </a:lvl8pPr>
            <a:lvl9pPr lvl="8">
              <a:spcBef>
                <a:spcPts val="0"/>
              </a:spcBef>
              <a:spcAft>
                <a:spcPts val="0"/>
              </a:spcAft>
              <a:buClr>
                <a:schemeClr val="accent5"/>
              </a:buClr>
              <a:buSzPts val="3000"/>
              <a:buNone/>
              <a:defRPr sz="3700">
                <a:solidFill>
                  <a:schemeClr val="accent5"/>
                </a:solidFill>
                <a:latin typeface="Quantico"/>
                <a:ea typeface="Quantico"/>
                <a:cs typeface="Quantico"/>
                <a:sym typeface="Quantico"/>
              </a:defRPr>
            </a:lvl9pPr>
          </a:lstStyle>
          <a:p/>
        </p:txBody>
      </p:sp>
      <p:sp>
        <p:nvSpPr>
          <p:cNvPr id="125" name="Google Shape;125;p21"/>
          <p:cNvSpPr txBox="1"/>
          <p:nvPr>
            <p:ph idx="2" type="title"/>
          </p:nvPr>
        </p:nvSpPr>
        <p:spPr>
          <a:xfrm>
            <a:off x="931675" y="1712050"/>
            <a:ext cx="4005900" cy="170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1pPr>
            <a:lvl2pPr lvl="1">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2pPr>
            <a:lvl3pPr lvl="2">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3pPr>
            <a:lvl4pPr lvl="3">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4pPr>
            <a:lvl5pPr lvl="4">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5pPr>
            <a:lvl6pPr lvl="5">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6pPr>
            <a:lvl7pPr lvl="6">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7pPr>
            <a:lvl8pPr lvl="7">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8pPr>
            <a:lvl9pPr lvl="8">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8 ">
  <p:cSld name="CUSTOM_12">
    <p:bg>
      <p:bgPr>
        <a:solidFill>
          <a:schemeClr val="accent5"/>
        </a:solidFill>
      </p:bgPr>
    </p:bg>
    <p:spTree>
      <p:nvGrpSpPr>
        <p:cNvPr id="126" name="Shape 126"/>
        <p:cNvGrpSpPr/>
        <p:nvPr/>
      </p:nvGrpSpPr>
      <p:grpSpPr>
        <a:xfrm>
          <a:off x="0" y="0"/>
          <a:ext cx="0" cy="0"/>
          <a:chOff x="0" y="0"/>
          <a:chExt cx="0" cy="0"/>
        </a:xfrm>
      </p:grpSpPr>
      <p:sp>
        <p:nvSpPr>
          <p:cNvPr id="127" name="Google Shape;127;p22"/>
          <p:cNvSpPr/>
          <p:nvPr/>
        </p:nvSpPr>
        <p:spPr>
          <a:xfrm>
            <a:off x="0" y="0"/>
            <a:ext cx="9144000" cy="4236000"/>
          </a:xfrm>
          <a:prstGeom prst="snip1Rect">
            <a:avLst>
              <a:gd fmla="val 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8" name="Google Shape;128;p22"/>
          <p:cNvSpPr/>
          <p:nvPr/>
        </p:nvSpPr>
        <p:spPr>
          <a:xfrm>
            <a:off x="5596500" y="2731400"/>
            <a:ext cx="2952300" cy="20334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29" name="Google Shape;129;p22"/>
          <p:cNvSpPr/>
          <p:nvPr/>
        </p:nvSpPr>
        <p:spPr>
          <a:xfrm>
            <a:off x="5587725" y="698000"/>
            <a:ext cx="2952300" cy="2033400"/>
          </a:xfrm>
          <a:prstGeom prst="snip1Rect">
            <a:avLst>
              <a:gd fmla="val 13900"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30" name="Google Shape;130;p22"/>
          <p:cNvSpPr txBox="1"/>
          <p:nvPr>
            <p:ph type="title"/>
          </p:nvPr>
        </p:nvSpPr>
        <p:spPr>
          <a:xfrm>
            <a:off x="901475" y="907075"/>
            <a:ext cx="4695000" cy="86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131" name="Google Shape;131;p22"/>
          <p:cNvSpPr txBox="1"/>
          <p:nvPr>
            <p:ph idx="2" type="title"/>
          </p:nvPr>
        </p:nvSpPr>
        <p:spPr>
          <a:xfrm>
            <a:off x="930907" y="1836900"/>
            <a:ext cx="4005900" cy="1879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132" name="Google Shape;132;p22"/>
          <p:cNvSpPr/>
          <p:nvPr/>
        </p:nvSpPr>
        <p:spPr>
          <a:xfrm>
            <a:off x="5586750" y="-10675"/>
            <a:ext cx="2971800" cy="708675"/>
          </a:xfrm>
          <a:custGeom>
            <a:rect b="b" l="l" r="r" t="t"/>
            <a:pathLst>
              <a:path extrusionOk="0" h="28347" w="118872">
                <a:moveTo>
                  <a:pt x="0" y="0"/>
                </a:moveTo>
                <a:lnTo>
                  <a:pt x="0" y="28347"/>
                </a:lnTo>
                <a:lnTo>
                  <a:pt x="118872" y="28347"/>
                </a:lnTo>
                <a:lnTo>
                  <a:pt x="118872" y="305"/>
                </a:lnTo>
                <a:close/>
              </a:path>
            </a:pathLst>
          </a:custGeom>
          <a:solidFill>
            <a:schemeClr val="accent4"/>
          </a:solidFill>
          <a:ln>
            <a:noFill/>
          </a:ln>
        </p:spPr>
      </p:sp>
      <p:sp>
        <p:nvSpPr>
          <p:cNvPr id="133" name="Google Shape;133;p22"/>
          <p:cNvSpPr/>
          <p:nvPr/>
        </p:nvSpPr>
        <p:spPr>
          <a:xfrm>
            <a:off x="5590563" y="4762500"/>
            <a:ext cx="2964175" cy="388625"/>
          </a:xfrm>
          <a:custGeom>
            <a:rect b="b" l="l" r="r" t="t"/>
            <a:pathLst>
              <a:path extrusionOk="0" h="15545" w="118567">
                <a:moveTo>
                  <a:pt x="0" y="15545"/>
                </a:moveTo>
                <a:lnTo>
                  <a:pt x="118567" y="15545"/>
                </a:lnTo>
                <a:lnTo>
                  <a:pt x="103022" y="0"/>
                </a:lnTo>
                <a:lnTo>
                  <a:pt x="305" y="0"/>
                </a:lnTo>
                <a:close/>
              </a:path>
            </a:pathLst>
          </a:custGeom>
          <a:solidFill>
            <a:schemeClr val="accent6"/>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
    <p:bg>
      <p:bgPr>
        <a:solidFill>
          <a:schemeClr val="accent5"/>
        </a:solidFill>
      </p:bgPr>
    </p:bg>
    <p:spTree>
      <p:nvGrpSpPr>
        <p:cNvPr id="134" name="Shape 134"/>
        <p:cNvGrpSpPr/>
        <p:nvPr/>
      </p:nvGrpSpPr>
      <p:grpSpPr>
        <a:xfrm>
          <a:off x="0" y="0"/>
          <a:ext cx="0" cy="0"/>
          <a:chOff x="0" y="0"/>
          <a:chExt cx="0" cy="0"/>
        </a:xfrm>
      </p:grpSpPr>
      <p:sp>
        <p:nvSpPr>
          <p:cNvPr id="135" name="Google Shape;135;p23"/>
          <p:cNvSpPr/>
          <p:nvPr/>
        </p:nvSpPr>
        <p:spPr>
          <a:xfrm>
            <a:off x="696050" y="619550"/>
            <a:ext cx="84480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36" name="Google Shape;136;p23"/>
          <p:cNvSpPr/>
          <p:nvPr/>
        </p:nvSpPr>
        <p:spPr>
          <a:xfrm>
            <a:off x="4930700" y="619550"/>
            <a:ext cx="4213200" cy="452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37" name="Google Shape;137;p23"/>
          <p:cNvSpPr/>
          <p:nvPr>
            <p:ph idx="2" type="pic"/>
          </p:nvPr>
        </p:nvSpPr>
        <p:spPr>
          <a:xfrm flipH="1">
            <a:off x="4930693" y="619550"/>
            <a:ext cx="2100300" cy="1513500"/>
          </a:xfrm>
          <a:prstGeom prst="snip1Rect">
            <a:avLst>
              <a:gd fmla="val 0" name="adj"/>
            </a:avLst>
          </a:prstGeom>
          <a:noFill/>
          <a:ln>
            <a:noFill/>
          </a:ln>
        </p:spPr>
      </p:sp>
      <p:sp>
        <p:nvSpPr>
          <p:cNvPr id="138" name="Google Shape;138;p23"/>
          <p:cNvSpPr txBox="1"/>
          <p:nvPr>
            <p:ph type="title"/>
          </p:nvPr>
        </p:nvSpPr>
        <p:spPr>
          <a:xfrm>
            <a:off x="929475" y="914400"/>
            <a:ext cx="3633000" cy="10773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400"/>
              <a:buNone/>
              <a:defRPr sz="2400"/>
            </a:lvl1pPr>
            <a:lvl2pPr lvl="1">
              <a:lnSpc>
                <a:spcPct val="80000"/>
              </a:lnSpc>
              <a:spcBef>
                <a:spcPts val="0"/>
              </a:spcBef>
              <a:spcAft>
                <a:spcPts val="0"/>
              </a:spcAft>
              <a:buClr>
                <a:schemeClr val="dk1"/>
              </a:buClr>
              <a:buSzPts val="3000"/>
              <a:buNone/>
              <a:defRPr sz="5500">
                <a:latin typeface="Quantico"/>
                <a:ea typeface="Quantico"/>
                <a:cs typeface="Quantico"/>
                <a:sym typeface="Quantico"/>
              </a:defRPr>
            </a:lvl2pPr>
            <a:lvl3pPr lvl="2">
              <a:lnSpc>
                <a:spcPct val="80000"/>
              </a:lnSpc>
              <a:spcBef>
                <a:spcPts val="0"/>
              </a:spcBef>
              <a:spcAft>
                <a:spcPts val="0"/>
              </a:spcAft>
              <a:buClr>
                <a:schemeClr val="dk1"/>
              </a:buClr>
              <a:buSzPts val="3000"/>
              <a:buNone/>
              <a:defRPr sz="5500">
                <a:latin typeface="Quantico"/>
                <a:ea typeface="Quantico"/>
                <a:cs typeface="Quantico"/>
                <a:sym typeface="Quantico"/>
              </a:defRPr>
            </a:lvl3pPr>
            <a:lvl4pPr lvl="3">
              <a:lnSpc>
                <a:spcPct val="80000"/>
              </a:lnSpc>
              <a:spcBef>
                <a:spcPts val="0"/>
              </a:spcBef>
              <a:spcAft>
                <a:spcPts val="0"/>
              </a:spcAft>
              <a:buClr>
                <a:schemeClr val="dk1"/>
              </a:buClr>
              <a:buSzPts val="3000"/>
              <a:buNone/>
              <a:defRPr sz="5500">
                <a:latin typeface="Quantico"/>
                <a:ea typeface="Quantico"/>
                <a:cs typeface="Quantico"/>
                <a:sym typeface="Quantico"/>
              </a:defRPr>
            </a:lvl4pPr>
            <a:lvl5pPr lvl="4">
              <a:lnSpc>
                <a:spcPct val="80000"/>
              </a:lnSpc>
              <a:spcBef>
                <a:spcPts val="0"/>
              </a:spcBef>
              <a:spcAft>
                <a:spcPts val="0"/>
              </a:spcAft>
              <a:buClr>
                <a:schemeClr val="dk1"/>
              </a:buClr>
              <a:buSzPts val="3000"/>
              <a:buNone/>
              <a:defRPr sz="5500">
                <a:latin typeface="Quantico"/>
                <a:ea typeface="Quantico"/>
                <a:cs typeface="Quantico"/>
                <a:sym typeface="Quantico"/>
              </a:defRPr>
            </a:lvl5pPr>
            <a:lvl6pPr lvl="5">
              <a:lnSpc>
                <a:spcPct val="80000"/>
              </a:lnSpc>
              <a:spcBef>
                <a:spcPts val="0"/>
              </a:spcBef>
              <a:spcAft>
                <a:spcPts val="0"/>
              </a:spcAft>
              <a:buClr>
                <a:schemeClr val="dk1"/>
              </a:buClr>
              <a:buSzPts val="3000"/>
              <a:buNone/>
              <a:defRPr sz="5500">
                <a:latin typeface="Quantico"/>
                <a:ea typeface="Quantico"/>
                <a:cs typeface="Quantico"/>
                <a:sym typeface="Quantico"/>
              </a:defRPr>
            </a:lvl6pPr>
            <a:lvl7pPr lvl="6">
              <a:lnSpc>
                <a:spcPct val="80000"/>
              </a:lnSpc>
              <a:spcBef>
                <a:spcPts val="0"/>
              </a:spcBef>
              <a:spcAft>
                <a:spcPts val="0"/>
              </a:spcAft>
              <a:buClr>
                <a:schemeClr val="dk1"/>
              </a:buClr>
              <a:buSzPts val="3000"/>
              <a:buNone/>
              <a:defRPr sz="5500">
                <a:latin typeface="Quantico"/>
                <a:ea typeface="Quantico"/>
                <a:cs typeface="Quantico"/>
                <a:sym typeface="Quantico"/>
              </a:defRPr>
            </a:lvl7pPr>
            <a:lvl8pPr lvl="7">
              <a:lnSpc>
                <a:spcPct val="80000"/>
              </a:lnSpc>
              <a:spcBef>
                <a:spcPts val="0"/>
              </a:spcBef>
              <a:spcAft>
                <a:spcPts val="0"/>
              </a:spcAft>
              <a:buClr>
                <a:schemeClr val="dk1"/>
              </a:buClr>
              <a:buSzPts val="3000"/>
              <a:buNone/>
              <a:defRPr sz="5500">
                <a:latin typeface="Quantico"/>
                <a:ea typeface="Quantico"/>
                <a:cs typeface="Quantico"/>
                <a:sym typeface="Quantico"/>
              </a:defRPr>
            </a:lvl8pPr>
            <a:lvl9pPr lvl="8">
              <a:lnSpc>
                <a:spcPct val="80000"/>
              </a:lnSpc>
              <a:spcBef>
                <a:spcPts val="0"/>
              </a:spcBef>
              <a:spcAft>
                <a:spcPts val="0"/>
              </a:spcAft>
              <a:buClr>
                <a:schemeClr val="dk1"/>
              </a:buClr>
              <a:buSzPts val="3000"/>
              <a:buNone/>
              <a:defRPr sz="5500">
                <a:latin typeface="Quantico"/>
                <a:ea typeface="Quantico"/>
                <a:cs typeface="Quantico"/>
                <a:sym typeface="Quantico"/>
              </a:defRPr>
            </a:lvl9pPr>
          </a:lstStyle>
          <a:p/>
        </p:txBody>
      </p:sp>
      <p:sp>
        <p:nvSpPr>
          <p:cNvPr id="139" name="Google Shape;139;p23"/>
          <p:cNvSpPr/>
          <p:nvPr>
            <p:ph idx="3" type="pic"/>
          </p:nvPr>
        </p:nvSpPr>
        <p:spPr>
          <a:xfrm flipH="1">
            <a:off x="696043" y="2125400"/>
            <a:ext cx="2129100" cy="1513500"/>
          </a:xfrm>
          <a:prstGeom prst="snip1Rect">
            <a:avLst>
              <a:gd fmla="val 0" name="adj"/>
            </a:avLst>
          </a:prstGeom>
          <a:noFill/>
          <a:ln>
            <a:noFill/>
          </a:ln>
        </p:spPr>
      </p:sp>
      <p:sp>
        <p:nvSpPr>
          <p:cNvPr id="140" name="Google Shape;140;p23"/>
          <p:cNvSpPr/>
          <p:nvPr>
            <p:ph idx="4" type="pic"/>
          </p:nvPr>
        </p:nvSpPr>
        <p:spPr>
          <a:xfrm flipH="1">
            <a:off x="4930693" y="3635300"/>
            <a:ext cx="2100300" cy="1513500"/>
          </a:xfrm>
          <a:prstGeom prst="snip1Rect">
            <a:avLst>
              <a:gd fmla="val 0" name="adj"/>
            </a:avLst>
          </a:prstGeom>
          <a:noFill/>
          <a:ln>
            <a:noFill/>
          </a:ln>
        </p:spPr>
      </p:sp>
      <p:sp>
        <p:nvSpPr>
          <p:cNvPr id="141" name="Google Shape;141;p23"/>
          <p:cNvSpPr txBox="1"/>
          <p:nvPr>
            <p:ph idx="5" type="title"/>
          </p:nvPr>
        </p:nvSpPr>
        <p:spPr>
          <a:xfrm>
            <a:off x="7243093" y="85154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142" name="Google Shape;142;p23"/>
          <p:cNvSpPr txBox="1"/>
          <p:nvPr>
            <p:ph idx="6" type="title"/>
          </p:nvPr>
        </p:nvSpPr>
        <p:spPr>
          <a:xfrm>
            <a:off x="3257860" y="2361757"/>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143" name="Google Shape;143;p23"/>
          <p:cNvSpPr txBox="1"/>
          <p:nvPr>
            <p:ph idx="7" type="title"/>
          </p:nvPr>
        </p:nvSpPr>
        <p:spPr>
          <a:xfrm>
            <a:off x="7229582" y="387822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144" name="Google Shape;144;p23"/>
          <p:cNvSpPr txBox="1"/>
          <p:nvPr>
            <p:ph idx="1" type="body"/>
          </p:nvPr>
        </p:nvSpPr>
        <p:spPr>
          <a:xfrm>
            <a:off x="3257120" y="2663823"/>
            <a:ext cx="15789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45" name="Google Shape;145;p23"/>
          <p:cNvSpPr txBox="1"/>
          <p:nvPr>
            <p:ph idx="8" type="body"/>
          </p:nvPr>
        </p:nvSpPr>
        <p:spPr>
          <a:xfrm>
            <a:off x="7237317" y="4178575"/>
            <a:ext cx="17844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46" name="Google Shape;146;p23"/>
          <p:cNvSpPr txBox="1"/>
          <p:nvPr>
            <p:ph idx="9" type="body"/>
          </p:nvPr>
        </p:nvSpPr>
        <p:spPr>
          <a:xfrm>
            <a:off x="7246218" y="1157300"/>
            <a:ext cx="16800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4">
  <p:cSld name="CUSTOM_15">
    <p:bg>
      <p:bgPr>
        <a:solidFill>
          <a:schemeClr val="lt1"/>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mt="10000"/>
          </a:blip>
          <a:srcRect b="0" l="789" r="12433" t="0"/>
          <a:stretch/>
        </p:blipFill>
        <p:spPr>
          <a:xfrm>
            <a:off x="0" y="-125"/>
            <a:ext cx="6696900" cy="5143500"/>
          </a:xfrm>
          <a:prstGeom prst="snip1Rect">
            <a:avLst>
              <a:gd fmla="val 16667" name="adj"/>
            </a:avLst>
          </a:prstGeom>
          <a:noFill/>
          <a:ln>
            <a:noFill/>
          </a:ln>
        </p:spPr>
      </p:pic>
      <p:sp>
        <p:nvSpPr>
          <p:cNvPr id="149" name="Google Shape;149;p24"/>
          <p:cNvSpPr txBox="1"/>
          <p:nvPr>
            <p:ph type="title"/>
          </p:nvPr>
        </p:nvSpPr>
        <p:spPr>
          <a:xfrm>
            <a:off x="7055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0" name="Google Shape;150;p24"/>
          <p:cNvSpPr txBox="1"/>
          <p:nvPr>
            <p:ph idx="2" type="title"/>
          </p:nvPr>
        </p:nvSpPr>
        <p:spPr>
          <a:xfrm>
            <a:off x="7055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1" name="Google Shape;151;p24"/>
          <p:cNvSpPr txBox="1"/>
          <p:nvPr>
            <p:ph idx="3" type="title"/>
          </p:nvPr>
        </p:nvSpPr>
        <p:spPr>
          <a:xfrm>
            <a:off x="34617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2" name="Google Shape;152;p24"/>
          <p:cNvSpPr txBox="1"/>
          <p:nvPr>
            <p:ph idx="4" type="title"/>
          </p:nvPr>
        </p:nvSpPr>
        <p:spPr>
          <a:xfrm>
            <a:off x="34617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3" name="Google Shape;153;p24"/>
          <p:cNvSpPr txBox="1"/>
          <p:nvPr>
            <p:ph idx="5" type="title"/>
          </p:nvPr>
        </p:nvSpPr>
        <p:spPr>
          <a:xfrm>
            <a:off x="62191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4" name="Google Shape;154;p24"/>
          <p:cNvSpPr txBox="1"/>
          <p:nvPr>
            <p:ph idx="6" type="title"/>
          </p:nvPr>
        </p:nvSpPr>
        <p:spPr>
          <a:xfrm>
            <a:off x="62191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5" name="Google Shape;155;p24"/>
          <p:cNvSpPr txBox="1"/>
          <p:nvPr>
            <p:ph idx="7" type="title"/>
          </p:nvPr>
        </p:nvSpPr>
        <p:spPr>
          <a:xfrm>
            <a:off x="430209" y="907725"/>
            <a:ext cx="6815400" cy="1038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700"/>
              <a:buNone/>
              <a:defRPr sz="3700">
                <a:solidFill>
                  <a:schemeClr val="accent6"/>
                </a:solidFill>
              </a:defRPr>
            </a:lvl1pPr>
            <a:lvl2pPr lvl="1">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2pPr>
            <a:lvl3pPr lvl="2">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3pPr>
            <a:lvl4pPr lvl="3">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4pPr>
            <a:lvl5pPr lvl="4">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5pPr>
            <a:lvl6pPr lvl="5">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6pPr>
            <a:lvl7pPr lvl="6">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7pPr>
            <a:lvl8pPr lvl="7">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8pPr>
            <a:lvl9pPr lvl="8">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9 ">
  <p:cSld name="BLANK_1_1_1_1_1_1_1_1_1_1_1_1_1_1_1_1_1_1_1">
    <p:spTree>
      <p:nvGrpSpPr>
        <p:cNvPr id="156" name="Shape 156"/>
        <p:cNvGrpSpPr/>
        <p:nvPr/>
      </p:nvGrpSpPr>
      <p:grpSpPr>
        <a:xfrm>
          <a:off x="0" y="0"/>
          <a:ext cx="0" cy="0"/>
          <a:chOff x="0" y="0"/>
          <a:chExt cx="0" cy="0"/>
        </a:xfrm>
      </p:grpSpPr>
      <p:sp>
        <p:nvSpPr>
          <p:cNvPr id="157" name="Google Shape;157;p25"/>
          <p:cNvSpPr/>
          <p:nvPr/>
        </p:nvSpPr>
        <p:spPr>
          <a:xfrm>
            <a:off x="3400700" y="0"/>
            <a:ext cx="5742900" cy="1427100"/>
          </a:xfrm>
          <a:prstGeom prst="snip1Rect">
            <a:avLst>
              <a:gd fmla="val 2740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58" name="Google Shape;158;p25"/>
          <p:cNvSpPr txBox="1"/>
          <p:nvPr>
            <p:ph idx="1" type="subTitle"/>
          </p:nvPr>
        </p:nvSpPr>
        <p:spPr>
          <a:xfrm>
            <a:off x="3718425" y="402000"/>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59" name="Google Shape;159;p25"/>
          <p:cNvSpPr/>
          <p:nvPr/>
        </p:nvSpPr>
        <p:spPr>
          <a:xfrm>
            <a:off x="3400700" y="1427100"/>
            <a:ext cx="5742900" cy="1790400"/>
          </a:xfrm>
          <a:prstGeom prst="snip1Rect">
            <a:avLst>
              <a:gd fmla="val 2378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60" name="Google Shape;160;p25"/>
          <p:cNvSpPr/>
          <p:nvPr/>
        </p:nvSpPr>
        <p:spPr>
          <a:xfrm>
            <a:off x="3400700" y="3217500"/>
            <a:ext cx="5742900" cy="1924500"/>
          </a:xfrm>
          <a:prstGeom prst="snip1Rect">
            <a:avLst>
              <a:gd fmla="val 22192"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61" name="Google Shape;161;p25"/>
          <p:cNvSpPr txBox="1"/>
          <p:nvPr>
            <p:ph idx="2" type="subTitle"/>
          </p:nvPr>
        </p:nvSpPr>
        <p:spPr>
          <a:xfrm>
            <a:off x="4249525" y="402000"/>
            <a:ext cx="43158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62" name="Google Shape;162;p25"/>
          <p:cNvSpPr txBox="1"/>
          <p:nvPr>
            <p:ph idx="3" type="subTitle"/>
          </p:nvPr>
        </p:nvSpPr>
        <p:spPr>
          <a:xfrm>
            <a:off x="3718425" y="1696338"/>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63" name="Google Shape;163;p25"/>
          <p:cNvSpPr txBox="1"/>
          <p:nvPr>
            <p:ph idx="4" type="subTitle"/>
          </p:nvPr>
        </p:nvSpPr>
        <p:spPr>
          <a:xfrm>
            <a:off x="4249525" y="1696338"/>
            <a:ext cx="18684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
        <p:nvSpPr>
          <p:cNvPr id="164" name="Google Shape;164;p25"/>
          <p:cNvSpPr txBox="1"/>
          <p:nvPr>
            <p:ph type="title"/>
          </p:nvPr>
        </p:nvSpPr>
        <p:spPr>
          <a:xfrm>
            <a:off x="556500" y="531900"/>
            <a:ext cx="2714700" cy="1039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lnSpc>
                <a:spcPct val="90000"/>
              </a:lnSpc>
              <a:spcBef>
                <a:spcPts val="0"/>
              </a:spcBef>
              <a:spcAft>
                <a:spcPts val="0"/>
              </a:spcAft>
              <a:buClr>
                <a:schemeClr val="dk1"/>
              </a:buClr>
              <a:buSzPts val="3000"/>
              <a:buNone/>
              <a:defRPr sz="2400">
                <a:latin typeface="Quantico"/>
                <a:ea typeface="Quantico"/>
                <a:cs typeface="Quantico"/>
                <a:sym typeface="Quantico"/>
              </a:defRPr>
            </a:lvl2pPr>
            <a:lvl3pPr lvl="2">
              <a:lnSpc>
                <a:spcPct val="90000"/>
              </a:lnSpc>
              <a:spcBef>
                <a:spcPts val="0"/>
              </a:spcBef>
              <a:spcAft>
                <a:spcPts val="0"/>
              </a:spcAft>
              <a:buClr>
                <a:schemeClr val="dk1"/>
              </a:buClr>
              <a:buSzPts val="3000"/>
              <a:buNone/>
              <a:defRPr sz="2400">
                <a:latin typeface="Quantico"/>
                <a:ea typeface="Quantico"/>
                <a:cs typeface="Quantico"/>
                <a:sym typeface="Quantico"/>
              </a:defRPr>
            </a:lvl3pPr>
            <a:lvl4pPr lvl="3">
              <a:lnSpc>
                <a:spcPct val="90000"/>
              </a:lnSpc>
              <a:spcBef>
                <a:spcPts val="0"/>
              </a:spcBef>
              <a:spcAft>
                <a:spcPts val="0"/>
              </a:spcAft>
              <a:buClr>
                <a:schemeClr val="dk1"/>
              </a:buClr>
              <a:buSzPts val="3000"/>
              <a:buNone/>
              <a:defRPr sz="2400">
                <a:latin typeface="Quantico"/>
                <a:ea typeface="Quantico"/>
                <a:cs typeface="Quantico"/>
                <a:sym typeface="Quantico"/>
              </a:defRPr>
            </a:lvl4pPr>
            <a:lvl5pPr lvl="4">
              <a:lnSpc>
                <a:spcPct val="90000"/>
              </a:lnSpc>
              <a:spcBef>
                <a:spcPts val="0"/>
              </a:spcBef>
              <a:spcAft>
                <a:spcPts val="0"/>
              </a:spcAft>
              <a:buClr>
                <a:schemeClr val="dk1"/>
              </a:buClr>
              <a:buSzPts val="3000"/>
              <a:buNone/>
              <a:defRPr sz="2400">
                <a:latin typeface="Quantico"/>
                <a:ea typeface="Quantico"/>
                <a:cs typeface="Quantico"/>
                <a:sym typeface="Quantico"/>
              </a:defRPr>
            </a:lvl5pPr>
            <a:lvl6pPr lvl="5">
              <a:lnSpc>
                <a:spcPct val="90000"/>
              </a:lnSpc>
              <a:spcBef>
                <a:spcPts val="0"/>
              </a:spcBef>
              <a:spcAft>
                <a:spcPts val="0"/>
              </a:spcAft>
              <a:buClr>
                <a:schemeClr val="dk1"/>
              </a:buClr>
              <a:buSzPts val="3000"/>
              <a:buNone/>
              <a:defRPr sz="2400">
                <a:latin typeface="Quantico"/>
                <a:ea typeface="Quantico"/>
                <a:cs typeface="Quantico"/>
                <a:sym typeface="Quantico"/>
              </a:defRPr>
            </a:lvl6pPr>
            <a:lvl7pPr lvl="6">
              <a:lnSpc>
                <a:spcPct val="90000"/>
              </a:lnSpc>
              <a:spcBef>
                <a:spcPts val="0"/>
              </a:spcBef>
              <a:spcAft>
                <a:spcPts val="0"/>
              </a:spcAft>
              <a:buClr>
                <a:schemeClr val="dk1"/>
              </a:buClr>
              <a:buSzPts val="3000"/>
              <a:buNone/>
              <a:defRPr sz="2400">
                <a:latin typeface="Quantico"/>
                <a:ea typeface="Quantico"/>
                <a:cs typeface="Quantico"/>
                <a:sym typeface="Quantico"/>
              </a:defRPr>
            </a:lvl7pPr>
            <a:lvl8pPr lvl="7">
              <a:lnSpc>
                <a:spcPct val="90000"/>
              </a:lnSpc>
              <a:spcBef>
                <a:spcPts val="0"/>
              </a:spcBef>
              <a:spcAft>
                <a:spcPts val="0"/>
              </a:spcAft>
              <a:buClr>
                <a:schemeClr val="dk1"/>
              </a:buClr>
              <a:buSzPts val="3000"/>
              <a:buNone/>
              <a:defRPr sz="2400">
                <a:latin typeface="Quantico"/>
                <a:ea typeface="Quantico"/>
                <a:cs typeface="Quantico"/>
                <a:sym typeface="Quantico"/>
              </a:defRPr>
            </a:lvl8pPr>
            <a:lvl9pPr lvl="8">
              <a:lnSpc>
                <a:spcPct val="90000"/>
              </a:lnSpc>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165" name="Google Shape;165;p25"/>
          <p:cNvSpPr/>
          <p:nvPr>
            <p:ph idx="5" type="pic"/>
          </p:nvPr>
        </p:nvSpPr>
        <p:spPr>
          <a:xfrm>
            <a:off x="75" y="2673275"/>
            <a:ext cx="3400800" cy="2471400"/>
          </a:xfrm>
          <a:prstGeom prst="snip1Rect">
            <a:avLst>
              <a:gd fmla="val 21231" name="adj"/>
            </a:avLst>
          </a:prstGeom>
          <a:noFill/>
          <a:ln>
            <a:noFill/>
          </a:ln>
        </p:spPr>
      </p:sp>
      <p:sp>
        <p:nvSpPr>
          <p:cNvPr id="166" name="Google Shape;166;p25"/>
          <p:cNvSpPr txBox="1"/>
          <p:nvPr>
            <p:ph idx="6" type="subTitle"/>
          </p:nvPr>
        </p:nvSpPr>
        <p:spPr>
          <a:xfrm>
            <a:off x="582450" y="1733025"/>
            <a:ext cx="24006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a:solidFill>
                  <a:schemeClr val="dk1"/>
                </a:solidFill>
              </a:defRPr>
            </a:lvl1pPr>
            <a:lvl2pPr lvl="1">
              <a:lnSpc>
                <a:spcPct val="115000"/>
              </a:lnSpc>
              <a:spcBef>
                <a:spcPts val="1000"/>
              </a:spcBef>
              <a:spcAft>
                <a:spcPts val="0"/>
              </a:spcAft>
              <a:buClr>
                <a:schemeClr val="dk1"/>
              </a:buClr>
              <a:buSzPts val="1000"/>
              <a:buFont typeface="Lato"/>
              <a:buNone/>
              <a:defRPr>
                <a:solidFill>
                  <a:schemeClr val="dk1"/>
                </a:solidFill>
              </a:defRPr>
            </a:lvl2pPr>
            <a:lvl3pPr lvl="2">
              <a:lnSpc>
                <a:spcPct val="115000"/>
              </a:lnSpc>
              <a:spcBef>
                <a:spcPts val="1000"/>
              </a:spcBef>
              <a:spcAft>
                <a:spcPts val="0"/>
              </a:spcAft>
              <a:buClr>
                <a:schemeClr val="dk1"/>
              </a:buClr>
              <a:buSzPts val="1000"/>
              <a:buFont typeface="Lato"/>
              <a:buNone/>
              <a:defRPr>
                <a:solidFill>
                  <a:schemeClr val="dk1"/>
                </a:solidFill>
              </a:defRPr>
            </a:lvl3pPr>
            <a:lvl4pPr lvl="3">
              <a:lnSpc>
                <a:spcPct val="115000"/>
              </a:lnSpc>
              <a:spcBef>
                <a:spcPts val="1000"/>
              </a:spcBef>
              <a:spcAft>
                <a:spcPts val="0"/>
              </a:spcAft>
              <a:buClr>
                <a:schemeClr val="dk1"/>
              </a:buClr>
              <a:buSzPts val="1000"/>
              <a:buFont typeface="Lato"/>
              <a:buNone/>
              <a:defRPr>
                <a:solidFill>
                  <a:schemeClr val="dk1"/>
                </a:solidFill>
              </a:defRPr>
            </a:lvl4pPr>
            <a:lvl5pPr lvl="4">
              <a:lnSpc>
                <a:spcPct val="115000"/>
              </a:lnSpc>
              <a:spcBef>
                <a:spcPts val="1000"/>
              </a:spcBef>
              <a:spcAft>
                <a:spcPts val="0"/>
              </a:spcAft>
              <a:buClr>
                <a:schemeClr val="dk1"/>
              </a:buClr>
              <a:buSzPts val="1000"/>
              <a:buFont typeface="Lato"/>
              <a:buNone/>
              <a:defRPr>
                <a:solidFill>
                  <a:schemeClr val="dk1"/>
                </a:solidFill>
              </a:defRPr>
            </a:lvl5pPr>
            <a:lvl6pPr lvl="5">
              <a:lnSpc>
                <a:spcPct val="115000"/>
              </a:lnSpc>
              <a:spcBef>
                <a:spcPts val="1000"/>
              </a:spcBef>
              <a:spcAft>
                <a:spcPts val="0"/>
              </a:spcAft>
              <a:buClr>
                <a:schemeClr val="dk1"/>
              </a:buClr>
              <a:buSzPts val="1000"/>
              <a:buFont typeface="Lato"/>
              <a:buNone/>
              <a:defRPr>
                <a:solidFill>
                  <a:schemeClr val="dk1"/>
                </a:solidFill>
              </a:defRPr>
            </a:lvl6pPr>
            <a:lvl7pPr lvl="6">
              <a:lnSpc>
                <a:spcPct val="115000"/>
              </a:lnSpc>
              <a:spcBef>
                <a:spcPts val="1000"/>
              </a:spcBef>
              <a:spcAft>
                <a:spcPts val="0"/>
              </a:spcAft>
              <a:buClr>
                <a:schemeClr val="dk1"/>
              </a:buClr>
              <a:buSzPts val="1000"/>
              <a:buFont typeface="Lato"/>
              <a:buNone/>
              <a:defRPr>
                <a:solidFill>
                  <a:schemeClr val="dk1"/>
                </a:solidFill>
              </a:defRPr>
            </a:lvl7pPr>
            <a:lvl8pPr lvl="7">
              <a:lnSpc>
                <a:spcPct val="115000"/>
              </a:lnSpc>
              <a:spcBef>
                <a:spcPts val="1000"/>
              </a:spcBef>
              <a:spcAft>
                <a:spcPts val="0"/>
              </a:spcAft>
              <a:buClr>
                <a:schemeClr val="dk1"/>
              </a:buClr>
              <a:buSzPts val="1000"/>
              <a:buFont typeface="Lato"/>
              <a:buNone/>
              <a:defRPr>
                <a:solidFill>
                  <a:schemeClr val="dk1"/>
                </a:solidFill>
              </a:defRPr>
            </a:lvl8pPr>
            <a:lvl9pPr lvl="8">
              <a:lnSpc>
                <a:spcPct val="115000"/>
              </a:lnSpc>
              <a:spcBef>
                <a:spcPts val="1000"/>
              </a:spcBef>
              <a:spcAft>
                <a:spcPts val="1000"/>
              </a:spcAft>
              <a:buClr>
                <a:schemeClr val="dk1"/>
              </a:buClr>
              <a:buSzPts val="1000"/>
              <a:buFont typeface="Lato"/>
              <a:buNone/>
              <a:defRPr>
                <a:solidFill>
                  <a:schemeClr val="dk1"/>
                </a:solidFill>
              </a:defRPr>
            </a:lvl9pPr>
          </a:lstStyle>
          <a:p/>
        </p:txBody>
      </p:sp>
      <p:sp>
        <p:nvSpPr>
          <p:cNvPr id="167" name="Google Shape;167;p25"/>
          <p:cNvSpPr txBox="1"/>
          <p:nvPr>
            <p:ph idx="7" type="subTitle"/>
          </p:nvPr>
        </p:nvSpPr>
        <p:spPr>
          <a:xfrm>
            <a:off x="3718450" y="3470325"/>
            <a:ext cx="3678300" cy="454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68" name="Google Shape;168;p25"/>
          <p:cNvSpPr txBox="1"/>
          <p:nvPr>
            <p:ph idx="8" type="subTitle"/>
          </p:nvPr>
        </p:nvSpPr>
        <p:spPr>
          <a:xfrm>
            <a:off x="3724200" y="3884675"/>
            <a:ext cx="5063100" cy="1039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69" name="Google Shape;169;p25"/>
          <p:cNvSpPr txBox="1"/>
          <p:nvPr>
            <p:ph idx="9" type="subTitle"/>
          </p:nvPr>
        </p:nvSpPr>
        <p:spPr>
          <a:xfrm>
            <a:off x="5999175" y="1696338"/>
            <a:ext cx="27873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0">
  <p:cSld name="BLANK_1_1_1_1_1_1_1_1_1_1_1_1_1_1_1_1_1_1">
    <p:spTree>
      <p:nvGrpSpPr>
        <p:cNvPr id="170" name="Shape 170"/>
        <p:cNvGrpSpPr/>
        <p:nvPr/>
      </p:nvGrpSpPr>
      <p:grpSpPr>
        <a:xfrm>
          <a:off x="0" y="0"/>
          <a:ext cx="0" cy="0"/>
          <a:chOff x="0" y="0"/>
          <a:chExt cx="0" cy="0"/>
        </a:xfrm>
      </p:grpSpPr>
      <p:sp>
        <p:nvSpPr>
          <p:cNvPr id="171" name="Google Shape;171;p26"/>
          <p:cNvSpPr txBox="1"/>
          <p:nvPr>
            <p:ph type="title"/>
          </p:nvPr>
        </p:nvSpPr>
        <p:spPr>
          <a:xfrm>
            <a:off x="508000" y="466750"/>
            <a:ext cx="3752700" cy="1868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3000"/>
              <a:buNone/>
              <a:defRPr sz="2400">
                <a:solidFill>
                  <a:schemeClr val="lt1"/>
                </a:solidFill>
              </a:defRPr>
            </a:lvl1pPr>
            <a:lvl2pPr lvl="1">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2pPr>
            <a:lvl3pPr lvl="2">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3pPr>
            <a:lvl4pPr lvl="3">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4pPr>
            <a:lvl5pPr lvl="4">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5pPr>
            <a:lvl6pPr lvl="5">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6pPr>
            <a:lvl7pPr lvl="6">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7pPr>
            <a:lvl8pPr lvl="7">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8pPr>
            <a:lvl9pPr lvl="8">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9pPr>
          </a:lstStyle>
          <a:p/>
        </p:txBody>
      </p:sp>
      <p:sp>
        <p:nvSpPr>
          <p:cNvPr id="172" name="Google Shape;172;p26"/>
          <p:cNvSpPr/>
          <p:nvPr>
            <p:ph idx="2" type="pic"/>
          </p:nvPr>
        </p:nvSpPr>
        <p:spPr>
          <a:xfrm>
            <a:off x="75" y="2673275"/>
            <a:ext cx="3014400" cy="2471400"/>
          </a:xfrm>
          <a:prstGeom prst="snip1Rect">
            <a:avLst>
              <a:gd fmla="val 0" name="adj"/>
            </a:avLst>
          </a:prstGeom>
          <a:noFill/>
          <a:ln>
            <a:noFill/>
          </a:ln>
        </p:spPr>
      </p:sp>
      <p:sp>
        <p:nvSpPr>
          <p:cNvPr id="173" name="Google Shape;173;p26"/>
          <p:cNvSpPr/>
          <p:nvPr>
            <p:ph idx="3" type="pic"/>
          </p:nvPr>
        </p:nvSpPr>
        <p:spPr>
          <a:xfrm>
            <a:off x="5341625" y="-3800"/>
            <a:ext cx="3802500" cy="1899300"/>
          </a:xfrm>
          <a:prstGeom prst="snip1Rect">
            <a:avLst>
              <a:gd fmla="val 17337" name="adj"/>
            </a:avLst>
          </a:prstGeom>
          <a:noFill/>
          <a:ln>
            <a:noFill/>
          </a:ln>
        </p:spPr>
      </p:sp>
      <p:sp>
        <p:nvSpPr>
          <p:cNvPr id="174" name="Google Shape;174;p26"/>
          <p:cNvSpPr/>
          <p:nvPr/>
        </p:nvSpPr>
        <p:spPr>
          <a:xfrm>
            <a:off x="5341400" y="1709375"/>
            <a:ext cx="3802500" cy="3435300"/>
          </a:xfrm>
          <a:prstGeom prst="snip1Rect">
            <a:avLst>
              <a:gd fmla="val 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5" name="Google Shape;175;p26"/>
          <p:cNvSpPr/>
          <p:nvPr/>
        </p:nvSpPr>
        <p:spPr>
          <a:xfrm>
            <a:off x="3014300" y="2673275"/>
            <a:ext cx="2327100" cy="24714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6" name="Google Shape;176;p26"/>
          <p:cNvSpPr txBox="1"/>
          <p:nvPr>
            <p:ph idx="1" type="subTitle"/>
          </p:nvPr>
        </p:nvSpPr>
        <p:spPr>
          <a:xfrm>
            <a:off x="3364075" y="3159975"/>
            <a:ext cx="1459500" cy="18681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77" name="Google Shape;177;p26"/>
          <p:cNvSpPr txBox="1"/>
          <p:nvPr>
            <p:ph idx="4" type="subTitle"/>
          </p:nvPr>
        </p:nvSpPr>
        <p:spPr>
          <a:xfrm>
            <a:off x="5794450" y="2073450"/>
            <a:ext cx="1459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78" name="Google Shape;178;p26"/>
          <p:cNvSpPr txBox="1"/>
          <p:nvPr>
            <p:ph idx="5" type="subTitle"/>
          </p:nvPr>
        </p:nvSpPr>
        <p:spPr>
          <a:xfrm>
            <a:off x="7371675" y="2073450"/>
            <a:ext cx="1294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79" name="Google Shape;179;p26"/>
          <p:cNvSpPr txBox="1"/>
          <p:nvPr>
            <p:ph idx="6" type="subTitle"/>
          </p:nvPr>
        </p:nvSpPr>
        <p:spPr>
          <a:xfrm>
            <a:off x="5794450" y="3940350"/>
            <a:ext cx="2831400" cy="917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1">
  <p:cSld name="BLANK_1_1_1_1_1_1_1_1_1_1_1_1_1_1_1">
    <p:bg>
      <p:bgPr>
        <a:solidFill>
          <a:schemeClr val="lt1"/>
        </a:solidFill>
      </p:bgPr>
    </p:bg>
    <p:spTree>
      <p:nvGrpSpPr>
        <p:cNvPr id="180" name="Shape 180"/>
        <p:cNvGrpSpPr/>
        <p:nvPr/>
      </p:nvGrpSpPr>
      <p:grpSpPr>
        <a:xfrm>
          <a:off x="0" y="0"/>
          <a:ext cx="0" cy="0"/>
          <a:chOff x="0" y="0"/>
          <a:chExt cx="0" cy="0"/>
        </a:xfrm>
      </p:grpSpPr>
      <p:sp>
        <p:nvSpPr>
          <p:cNvPr id="181" name="Google Shape;181;p27"/>
          <p:cNvSpPr txBox="1"/>
          <p:nvPr>
            <p:ph idx="1" type="subTitle"/>
          </p:nvPr>
        </p:nvSpPr>
        <p:spPr>
          <a:xfrm>
            <a:off x="455153" y="1847050"/>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2" name="Google Shape;182;p27"/>
          <p:cNvSpPr txBox="1"/>
          <p:nvPr>
            <p:ph idx="2" type="subTitle"/>
          </p:nvPr>
        </p:nvSpPr>
        <p:spPr>
          <a:xfrm>
            <a:off x="455153" y="2961963"/>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3" name="Google Shape;183;p27"/>
          <p:cNvSpPr txBox="1"/>
          <p:nvPr>
            <p:ph idx="3" type="subTitle"/>
          </p:nvPr>
        </p:nvSpPr>
        <p:spPr>
          <a:xfrm>
            <a:off x="455146" y="3929375"/>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4" name="Google Shape;184;p27"/>
          <p:cNvSpPr txBox="1"/>
          <p:nvPr>
            <p:ph idx="4" type="subTitle"/>
          </p:nvPr>
        </p:nvSpPr>
        <p:spPr>
          <a:xfrm>
            <a:off x="178107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5" name="Google Shape;185;p27"/>
          <p:cNvSpPr txBox="1"/>
          <p:nvPr>
            <p:ph idx="5" type="subTitle"/>
          </p:nvPr>
        </p:nvSpPr>
        <p:spPr>
          <a:xfrm>
            <a:off x="3596300"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6" name="Google Shape;186;p27"/>
          <p:cNvSpPr txBox="1"/>
          <p:nvPr>
            <p:ph idx="6" type="subTitle"/>
          </p:nvPr>
        </p:nvSpPr>
        <p:spPr>
          <a:xfrm>
            <a:off x="541152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7" name="Google Shape;187;p27"/>
          <p:cNvSpPr txBox="1"/>
          <p:nvPr>
            <p:ph idx="7" type="subTitle"/>
          </p:nvPr>
        </p:nvSpPr>
        <p:spPr>
          <a:xfrm>
            <a:off x="7226750" y="1241375"/>
            <a:ext cx="1498800" cy="26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8" name="Google Shape;188;p27"/>
          <p:cNvSpPr txBox="1"/>
          <p:nvPr>
            <p:ph idx="8" type="subTitle"/>
          </p:nvPr>
        </p:nvSpPr>
        <p:spPr>
          <a:xfrm>
            <a:off x="19796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89" name="Google Shape;189;p27"/>
          <p:cNvSpPr txBox="1"/>
          <p:nvPr>
            <p:ph idx="9" type="subTitle"/>
          </p:nvPr>
        </p:nvSpPr>
        <p:spPr>
          <a:xfrm>
            <a:off x="19796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0" name="Google Shape;190;p27"/>
          <p:cNvSpPr txBox="1"/>
          <p:nvPr>
            <p:ph idx="13" type="subTitle"/>
          </p:nvPr>
        </p:nvSpPr>
        <p:spPr>
          <a:xfrm>
            <a:off x="19796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1" name="Google Shape;191;p27"/>
          <p:cNvSpPr txBox="1"/>
          <p:nvPr>
            <p:ph idx="14" type="subTitle"/>
          </p:nvPr>
        </p:nvSpPr>
        <p:spPr>
          <a:xfrm>
            <a:off x="38059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2" name="Google Shape;192;p27"/>
          <p:cNvSpPr txBox="1"/>
          <p:nvPr>
            <p:ph idx="15" type="subTitle"/>
          </p:nvPr>
        </p:nvSpPr>
        <p:spPr>
          <a:xfrm>
            <a:off x="38059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3" name="Google Shape;193;p27"/>
          <p:cNvSpPr txBox="1"/>
          <p:nvPr>
            <p:ph idx="16" type="subTitle"/>
          </p:nvPr>
        </p:nvSpPr>
        <p:spPr>
          <a:xfrm>
            <a:off x="38059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4" name="Google Shape;194;p27"/>
          <p:cNvSpPr txBox="1"/>
          <p:nvPr>
            <p:ph idx="17" type="subTitle"/>
          </p:nvPr>
        </p:nvSpPr>
        <p:spPr>
          <a:xfrm>
            <a:off x="56322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5" name="Google Shape;195;p27"/>
          <p:cNvSpPr txBox="1"/>
          <p:nvPr>
            <p:ph idx="18" type="subTitle"/>
          </p:nvPr>
        </p:nvSpPr>
        <p:spPr>
          <a:xfrm>
            <a:off x="56322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6" name="Google Shape;196;p27"/>
          <p:cNvSpPr txBox="1"/>
          <p:nvPr>
            <p:ph idx="19" type="subTitle"/>
          </p:nvPr>
        </p:nvSpPr>
        <p:spPr>
          <a:xfrm>
            <a:off x="56322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7" name="Google Shape;197;p27"/>
          <p:cNvSpPr txBox="1"/>
          <p:nvPr>
            <p:ph idx="20" type="subTitle"/>
          </p:nvPr>
        </p:nvSpPr>
        <p:spPr>
          <a:xfrm>
            <a:off x="74585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8" name="Google Shape;198;p27"/>
          <p:cNvSpPr txBox="1"/>
          <p:nvPr>
            <p:ph idx="21" type="subTitle"/>
          </p:nvPr>
        </p:nvSpPr>
        <p:spPr>
          <a:xfrm>
            <a:off x="74585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9" name="Google Shape;199;p27"/>
          <p:cNvSpPr txBox="1"/>
          <p:nvPr>
            <p:ph idx="22" type="subTitle"/>
          </p:nvPr>
        </p:nvSpPr>
        <p:spPr>
          <a:xfrm>
            <a:off x="74585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200" name="Google Shape;200;p27"/>
          <p:cNvSpPr txBox="1"/>
          <p:nvPr>
            <p:ph type="title"/>
          </p:nvPr>
        </p:nvSpPr>
        <p:spPr>
          <a:xfrm>
            <a:off x="452621" y="455239"/>
            <a:ext cx="6964800" cy="651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2">
  <p:cSld name="CUSTOM_14">
    <p:bg>
      <p:bgPr>
        <a:solidFill>
          <a:schemeClr val="lt1"/>
        </a:solidFill>
      </p:bgPr>
    </p:bg>
    <p:spTree>
      <p:nvGrpSpPr>
        <p:cNvPr id="201" name="Shape 201"/>
        <p:cNvGrpSpPr/>
        <p:nvPr/>
      </p:nvGrpSpPr>
      <p:grpSpPr>
        <a:xfrm>
          <a:off x="0" y="0"/>
          <a:ext cx="0" cy="0"/>
          <a:chOff x="0" y="0"/>
          <a:chExt cx="0" cy="0"/>
        </a:xfrm>
      </p:grpSpPr>
      <p:sp>
        <p:nvSpPr>
          <p:cNvPr id="202" name="Google Shape;202;p28"/>
          <p:cNvSpPr txBox="1"/>
          <p:nvPr>
            <p:ph type="title"/>
          </p:nvPr>
        </p:nvSpPr>
        <p:spPr>
          <a:xfrm>
            <a:off x="966625" y="1926200"/>
            <a:ext cx="1589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203" name="Google Shape;203;p28"/>
          <p:cNvSpPr txBox="1"/>
          <p:nvPr>
            <p:ph idx="2" type="title"/>
          </p:nvPr>
        </p:nvSpPr>
        <p:spPr>
          <a:xfrm>
            <a:off x="2768150" y="1926200"/>
            <a:ext cx="15189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204" name="Google Shape;204;p28"/>
          <p:cNvSpPr txBox="1"/>
          <p:nvPr>
            <p:ph idx="3" type="title"/>
          </p:nvPr>
        </p:nvSpPr>
        <p:spPr>
          <a:xfrm>
            <a:off x="4609425" y="1926200"/>
            <a:ext cx="16200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205" name="Google Shape;205;p28"/>
          <p:cNvSpPr txBox="1"/>
          <p:nvPr>
            <p:ph idx="4" type="title"/>
          </p:nvPr>
        </p:nvSpPr>
        <p:spPr>
          <a:xfrm>
            <a:off x="2876400"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206" name="Google Shape;206;p28"/>
          <p:cNvSpPr txBox="1"/>
          <p:nvPr>
            <p:ph idx="5" type="title"/>
          </p:nvPr>
        </p:nvSpPr>
        <p:spPr>
          <a:xfrm>
            <a:off x="6564575"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207" name="Google Shape;207;p28"/>
          <p:cNvSpPr txBox="1"/>
          <p:nvPr>
            <p:ph idx="6" type="title"/>
          </p:nvPr>
        </p:nvSpPr>
        <p:spPr>
          <a:xfrm>
            <a:off x="966625"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208" name="Google Shape;208;p28"/>
          <p:cNvSpPr txBox="1"/>
          <p:nvPr>
            <p:ph idx="7" type="title"/>
          </p:nvPr>
        </p:nvSpPr>
        <p:spPr>
          <a:xfrm>
            <a:off x="2768161"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209" name="Google Shape;209;p28"/>
          <p:cNvSpPr txBox="1"/>
          <p:nvPr>
            <p:ph idx="8" type="title"/>
          </p:nvPr>
        </p:nvSpPr>
        <p:spPr>
          <a:xfrm>
            <a:off x="4609425" y="2228000"/>
            <a:ext cx="13767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210" name="Google Shape;210;p28"/>
          <p:cNvSpPr txBox="1"/>
          <p:nvPr>
            <p:ph idx="9" type="title"/>
          </p:nvPr>
        </p:nvSpPr>
        <p:spPr>
          <a:xfrm>
            <a:off x="6437300" y="1926200"/>
            <a:ext cx="1376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211" name="Google Shape;211;p28"/>
          <p:cNvSpPr txBox="1"/>
          <p:nvPr>
            <p:ph idx="13" type="title"/>
          </p:nvPr>
        </p:nvSpPr>
        <p:spPr>
          <a:xfrm>
            <a:off x="6437293" y="2228000"/>
            <a:ext cx="12444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212" name="Google Shape;212;p28"/>
          <p:cNvSpPr txBox="1"/>
          <p:nvPr>
            <p:ph idx="14" type="title"/>
          </p:nvPr>
        </p:nvSpPr>
        <p:spPr>
          <a:xfrm>
            <a:off x="474675" y="467679"/>
            <a:ext cx="3593100" cy="10083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1500"/>
              <a:buNone/>
              <a:defRPr sz="1500">
                <a:solidFill>
                  <a:schemeClr val="accent6"/>
                </a:solidFill>
              </a:defRPr>
            </a:lvl1pPr>
            <a:lvl2pPr lvl="1">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3">
  <p:cSld name="BLANK_1_1_1_1_1_1_1_1_1_1_1_1_1_1_2">
    <p:bg>
      <p:bgPr>
        <a:solidFill>
          <a:schemeClr val="lt1"/>
        </a:solidFill>
      </p:bgPr>
    </p:bg>
    <p:spTree>
      <p:nvGrpSpPr>
        <p:cNvPr id="213" name="Shape 213"/>
        <p:cNvGrpSpPr/>
        <p:nvPr/>
      </p:nvGrpSpPr>
      <p:grpSpPr>
        <a:xfrm>
          <a:off x="0" y="0"/>
          <a:ext cx="0" cy="0"/>
          <a:chOff x="0" y="0"/>
          <a:chExt cx="0" cy="0"/>
        </a:xfrm>
      </p:grpSpPr>
      <p:sp>
        <p:nvSpPr>
          <p:cNvPr id="214" name="Google Shape;214;p29"/>
          <p:cNvSpPr/>
          <p:nvPr/>
        </p:nvSpPr>
        <p:spPr>
          <a:xfrm>
            <a:off x="2070256"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15" name="Google Shape;215;p29"/>
          <p:cNvSpPr/>
          <p:nvPr/>
        </p:nvSpPr>
        <p:spPr>
          <a:xfrm>
            <a:off x="847072"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16" name="Google Shape;216;p29"/>
          <p:cNvSpPr/>
          <p:nvPr/>
        </p:nvSpPr>
        <p:spPr>
          <a:xfrm>
            <a:off x="203824"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17" name="Google Shape;217;p29"/>
          <p:cNvSpPr/>
          <p:nvPr/>
        </p:nvSpPr>
        <p:spPr>
          <a:xfrm>
            <a:off x="0" y="432050"/>
            <a:ext cx="46656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18" name="Google Shape;218;p29"/>
          <p:cNvSpPr txBox="1"/>
          <p:nvPr>
            <p:ph type="title"/>
          </p:nvPr>
        </p:nvSpPr>
        <p:spPr>
          <a:xfrm>
            <a:off x="443725" y="920775"/>
            <a:ext cx="3730500" cy="1095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2400"/>
              <a:buNone/>
              <a:defRPr sz="2400">
                <a:solidFill>
                  <a:schemeClr val="accent6"/>
                </a:solidFill>
              </a:defRPr>
            </a:lvl1pPr>
            <a:lvl2pPr lvl="1">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9pPr>
          </a:lstStyle>
          <a:p/>
        </p:txBody>
      </p:sp>
      <p:sp>
        <p:nvSpPr>
          <p:cNvPr id="219" name="Google Shape;219;p29"/>
          <p:cNvSpPr/>
          <p:nvPr/>
        </p:nvSpPr>
        <p:spPr>
          <a:xfrm>
            <a:off x="24725" y="2393073"/>
            <a:ext cx="9144000" cy="2750400"/>
          </a:xfrm>
          <a:prstGeom prst="snip1Rect">
            <a:avLst>
              <a:gd fmla="val 1595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20" name="Google Shape;220;p29"/>
          <p:cNvSpPr/>
          <p:nvPr/>
        </p:nvSpPr>
        <p:spPr>
          <a:xfrm>
            <a:off x="0" y="2393075"/>
            <a:ext cx="3186600" cy="2750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21" name="Google Shape;221;p29"/>
          <p:cNvSpPr txBox="1"/>
          <p:nvPr>
            <p:ph idx="2" type="title"/>
          </p:nvPr>
        </p:nvSpPr>
        <p:spPr>
          <a:xfrm>
            <a:off x="507250" y="2657169"/>
            <a:ext cx="2344800" cy="446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900"/>
              <a:buFont typeface="Quantico"/>
              <a:buNone/>
              <a:defRPr b="1" sz="1200"/>
            </a:lvl1pPr>
            <a:lvl2pPr lvl="1">
              <a:lnSpc>
                <a:spcPct val="100000"/>
              </a:lnSpc>
              <a:spcBef>
                <a:spcPts val="0"/>
              </a:spcBef>
              <a:spcAft>
                <a:spcPts val="0"/>
              </a:spcAft>
              <a:buClr>
                <a:schemeClr val="dk1"/>
              </a:buClr>
              <a:buSzPts val="3000"/>
              <a:buNone/>
              <a:defRPr b="1" sz="1300">
                <a:latin typeface="Lato"/>
                <a:ea typeface="Lato"/>
                <a:cs typeface="Lato"/>
                <a:sym typeface="Lato"/>
              </a:defRPr>
            </a:lvl2pPr>
            <a:lvl3pPr lvl="2">
              <a:lnSpc>
                <a:spcPct val="100000"/>
              </a:lnSpc>
              <a:spcBef>
                <a:spcPts val="0"/>
              </a:spcBef>
              <a:spcAft>
                <a:spcPts val="0"/>
              </a:spcAft>
              <a:buClr>
                <a:schemeClr val="dk1"/>
              </a:buClr>
              <a:buSzPts val="3000"/>
              <a:buNone/>
              <a:defRPr b="1" sz="1300">
                <a:latin typeface="Lato"/>
                <a:ea typeface="Lato"/>
                <a:cs typeface="Lato"/>
                <a:sym typeface="Lato"/>
              </a:defRPr>
            </a:lvl3pPr>
            <a:lvl4pPr lvl="3">
              <a:lnSpc>
                <a:spcPct val="100000"/>
              </a:lnSpc>
              <a:spcBef>
                <a:spcPts val="0"/>
              </a:spcBef>
              <a:spcAft>
                <a:spcPts val="0"/>
              </a:spcAft>
              <a:buClr>
                <a:schemeClr val="dk1"/>
              </a:buClr>
              <a:buSzPts val="3000"/>
              <a:buNone/>
              <a:defRPr b="1" sz="1300">
                <a:latin typeface="Lato"/>
                <a:ea typeface="Lato"/>
                <a:cs typeface="Lato"/>
                <a:sym typeface="Lato"/>
              </a:defRPr>
            </a:lvl4pPr>
            <a:lvl5pPr lvl="4">
              <a:lnSpc>
                <a:spcPct val="100000"/>
              </a:lnSpc>
              <a:spcBef>
                <a:spcPts val="0"/>
              </a:spcBef>
              <a:spcAft>
                <a:spcPts val="0"/>
              </a:spcAft>
              <a:buClr>
                <a:schemeClr val="dk1"/>
              </a:buClr>
              <a:buSzPts val="3000"/>
              <a:buNone/>
              <a:defRPr b="1" sz="1300">
                <a:latin typeface="Lato"/>
                <a:ea typeface="Lato"/>
                <a:cs typeface="Lato"/>
                <a:sym typeface="Lato"/>
              </a:defRPr>
            </a:lvl5pPr>
            <a:lvl6pPr lvl="5">
              <a:lnSpc>
                <a:spcPct val="100000"/>
              </a:lnSpc>
              <a:spcBef>
                <a:spcPts val="0"/>
              </a:spcBef>
              <a:spcAft>
                <a:spcPts val="0"/>
              </a:spcAft>
              <a:buClr>
                <a:schemeClr val="dk1"/>
              </a:buClr>
              <a:buSzPts val="3000"/>
              <a:buNone/>
              <a:defRPr b="1" sz="1300">
                <a:latin typeface="Lato"/>
                <a:ea typeface="Lato"/>
                <a:cs typeface="Lato"/>
                <a:sym typeface="Lato"/>
              </a:defRPr>
            </a:lvl6pPr>
            <a:lvl7pPr lvl="6">
              <a:lnSpc>
                <a:spcPct val="100000"/>
              </a:lnSpc>
              <a:spcBef>
                <a:spcPts val="0"/>
              </a:spcBef>
              <a:spcAft>
                <a:spcPts val="0"/>
              </a:spcAft>
              <a:buClr>
                <a:schemeClr val="dk1"/>
              </a:buClr>
              <a:buSzPts val="3000"/>
              <a:buNone/>
              <a:defRPr b="1" sz="1300">
                <a:latin typeface="Lato"/>
                <a:ea typeface="Lato"/>
                <a:cs typeface="Lato"/>
                <a:sym typeface="Lato"/>
              </a:defRPr>
            </a:lvl7pPr>
            <a:lvl8pPr lvl="7">
              <a:lnSpc>
                <a:spcPct val="100000"/>
              </a:lnSpc>
              <a:spcBef>
                <a:spcPts val="0"/>
              </a:spcBef>
              <a:spcAft>
                <a:spcPts val="0"/>
              </a:spcAft>
              <a:buClr>
                <a:schemeClr val="dk1"/>
              </a:buClr>
              <a:buSzPts val="3000"/>
              <a:buNone/>
              <a:defRPr b="1" sz="1300">
                <a:latin typeface="Lato"/>
                <a:ea typeface="Lato"/>
                <a:cs typeface="Lato"/>
                <a:sym typeface="Lato"/>
              </a:defRPr>
            </a:lvl8pPr>
            <a:lvl9pPr lvl="8">
              <a:lnSpc>
                <a:spcPct val="100000"/>
              </a:lnSpc>
              <a:spcBef>
                <a:spcPts val="0"/>
              </a:spcBef>
              <a:spcAft>
                <a:spcPts val="0"/>
              </a:spcAft>
              <a:buClr>
                <a:schemeClr val="dk1"/>
              </a:buClr>
              <a:buSzPts val="3000"/>
              <a:buNone/>
              <a:defRPr b="1" sz="1300">
                <a:latin typeface="Lato"/>
                <a:ea typeface="Lato"/>
                <a:cs typeface="Lato"/>
                <a:sym typeface="Lato"/>
              </a:defRPr>
            </a:lvl9pPr>
          </a:lstStyle>
          <a:p/>
        </p:txBody>
      </p:sp>
      <p:sp>
        <p:nvSpPr>
          <p:cNvPr id="222" name="Google Shape;222;p29"/>
          <p:cNvSpPr txBox="1"/>
          <p:nvPr>
            <p:ph idx="3" type="title"/>
          </p:nvPr>
        </p:nvSpPr>
        <p:spPr>
          <a:xfrm>
            <a:off x="454725" y="1387875"/>
            <a:ext cx="3109200" cy="708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1pPr>
            <a:lvl2pPr lvl="1">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2pPr>
            <a:lvl3pPr lvl="2">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3pPr>
            <a:lvl4pPr lvl="3">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4pPr>
            <a:lvl5pPr lvl="4">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5pPr>
            <a:lvl6pPr lvl="5">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6pPr>
            <a:lvl7pPr lvl="6">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7pPr>
            <a:lvl8pPr lvl="7">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8pPr>
            <a:lvl9pPr lvl="8">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9pPr>
          </a:lstStyle>
          <a:p/>
        </p:txBody>
      </p:sp>
      <p:sp>
        <p:nvSpPr>
          <p:cNvPr id="223" name="Google Shape;223;p29"/>
          <p:cNvSpPr txBox="1"/>
          <p:nvPr>
            <p:ph idx="4" type="title"/>
          </p:nvPr>
        </p:nvSpPr>
        <p:spPr>
          <a:xfrm>
            <a:off x="507250" y="3648688"/>
            <a:ext cx="21378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Font typeface="Quantico"/>
              <a:buNone/>
              <a:defRPr b="1" sz="13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224" name="Google Shape;224;p29"/>
          <p:cNvSpPr txBox="1"/>
          <p:nvPr>
            <p:ph idx="5" type="title"/>
          </p:nvPr>
        </p:nvSpPr>
        <p:spPr>
          <a:xfrm>
            <a:off x="507250" y="3960850"/>
            <a:ext cx="2242500" cy="708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25" name="Google Shape;225;p29"/>
          <p:cNvSpPr txBox="1"/>
          <p:nvPr>
            <p:ph idx="6" type="title"/>
          </p:nvPr>
        </p:nvSpPr>
        <p:spPr>
          <a:xfrm>
            <a:off x="507250" y="2950200"/>
            <a:ext cx="22425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26" name="Google Shape;226;p29"/>
          <p:cNvSpPr txBox="1"/>
          <p:nvPr>
            <p:ph idx="7" type="title"/>
          </p:nvPr>
        </p:nvSpPr>
        <p:spPr>
          <a:xfrm>
            <a:off x="5654225" y="2657175"/>
            <a:ext cx="9612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227" name="Google Shape;227;p29"/>
          <p:cNvSpPr txBox="1"/>
          <p:nvPr>
            <p:ph idx="8" type="title"/>
          </p:nvPr>
        </p:nvSpPr>
        <p:spPr>
          <a:xfrm>
            <a:off x="7295800" y="2657175"/>
            <a:ext cx="11091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228" name="Google Shape;228;p29"/>
          <p:cNvSpPr txBox="1"/>
          <p:nvPr>
            <p:ph idx="9" type="title"/>
          </p:nvPr>
        </p:nvSpPr>
        <p:spPr>
          <a:xfrm>
            <a:off x="3958525" y="2657175"/>
            <a:ext cx="10035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229" name="Google Shape;229;p29"/>
          <p:cNvSpPr txBox="1"/>
          <p:nvPr>
            <p:ph idx="13" type="title"/>
          </p:nvPr>
        </p:nvSpPr>
        <p:spPr>
          <a:xfrm>
            <a:off x="3477950" y="3170975"/>
            <a:ext cx="15834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30" name="Google Shape;230;p29"/>
          <p:cNvSpPr txBox="1"/>
          <p:nvPr>
            <p:ph idx="14" type="title"/>
          </p:nvPr>
        </p:nvSpPr>
        <p:spPr>
          <a:xfrm>
            <a:off x="5156125" y="3170975"/>
            <a:ext cx="15516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31" name="Google Shape;231;p29"/>
          <p:cNvSpPr txBox="1"/>
          <p:nvPr>
            <p:ph idx="15" type="title"/>
          </p:nvPr>
        </p:nvSpPr>
        <p:spPr>
          <a:xfrm>
            <a:off x="6837850" y="3170975"/>
            <a:ext cx="2022000" cy="1596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32" name="Google Shape;232;p29"/>
          <p:cNvSpPr txBox="1"/>
          <p:nvPr>
            <p:ph idx="16" type="title"/>
          </p:nvPr>
        </p:nvSpPr>
        <p:spPr>
          <a:xfrm>
            <a:off x="3624875" y="4016425"/>
            <a:ext cx="14364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33" name="Google Shape;233;p29"/>
          <p:cNvSpPr txBox="1"/>
          <p:nvPr>
            <p:ph idx="17" type="title"/>
          </p:nvPr>
        </p:nvSpPr>
        <p:spPr>
          <a:xfrm>
            <a:off x="5303050" y="4016425"/>
            <a:ext cx="14046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4">
  <p:cSld name="CUSTOM_5_1">
    <p:bg>
      <p:bgPr>
        <a:solidFill>
          <a:schemeClr val="lt1"/>
        </a:solidFill>
      </p:bgPr>
    </p:bg>
    <p:spTree>
      <p:nvGrpSpPr>
        <p:cNvPr id="234" name="Shape 234"/>
        <p:cNvGrpSpPr/>
        <p:nvPr/>
      </p:nvGrpSpPr>
      <p:grpSpPr>
        <a:xfrm>
          <a:off x="0" y="0"/>
          <a:ext cx="0" cy="0"/>
          <a:chOff x="0" y="0"/>
          <a:chExt cx="0" cy="0"/>
        </a:xfrm>
      </p:grpSpPr>
      <p:sp>
        <p:nvSpPr>
          <p:cNvPr id="235" name="Google Shape;235;p30"/>
          <p:cNvSpPr/>
          <p:nvPr/>
        </p:nvSpPr>
        <p:spPr>
          <a:xfrm>
            <a:off x="1067025" y="437190"/>
            <a:ext cx="7197300" cy="38658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36" name="Google Shape;236;p30"/>
          <p:cNvSpPr/>
          <p:nvPr/>
        </p:nvSpPr>
        <p:spPr>
          <a:xfrm>
            <a:off x="1491600" y="1330871"/>
            <a:ext cx="7197300" cy="36744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37" name="Google Shape;237;p30"/>
          <p:cNvSpPr/>
          <p:nvPr/>
        </p:nvSpPr>
        <p:spPr>
          <a:xfrm>
            <a:off x="114875" y="875230"/>
            <a:ext cx="7197300" cy="39771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38" name="Google Shape;238;p30"/>
          <p:cNvSpPr/>
          <p:nvPr/>
        </p:nvSpPr>
        <p:spPr>
          <a:xfrm>
            <a:off x="-8050" y="432050"/>
            <a:ext cx="36867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39" name="Google Shape;239;p30"/>
          <p:cNvSpPr txBox="1"/>
          <p:nvPr>
            <p:ph type="title"/>
          </p:nvPr>
        </p:nvSpPr>
        <p:spPr>
          <a:xfrm>
            <a:off x="451900" y="843775"/>
            <a:ext cx="2968200" cy="10398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40" name="Google Shape;240;p30"/>
          <p:cNvSpPr txBox="1"/>
          <p:nvPr>
            <p:ph idx="1" type="subTitle"/>
          </p:nvPr>
        </p:nvSpPr>
        <p:spPr>
          <a:xfrm>
            <a:off x="478650" y="2476500"/>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1" name="Google Shape;241;p30"/>
          <p:cNvSpPr txBox="1"/>
          <p:nvPr>
            <p:ph idx="2" type="title"/>
          </p:nvPr>
        </p:nvSpPr>
        <p:spPr>
          <a:xfrm>
            <a:off x="488175" y="2044800"/>
            <a:ext cx="14520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42" name="Google Shape;242;p30"/>
          <p:cNvSpPr txBox="1"/>
          <p:nvPr>
            <p:ph idx="3" type="subTitle"/>
          </p:nvPr>
        </p:nvSpPr>
        <p:spPr>
          <a:xfrm>
            <a:off x="2102625"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3" name="Google Shape;243;p30"/>
          <p:cNvSpPr txBox="1"/>
          <p:nvPr>
            <p:ph idx="4" type="title"/>
          </p:nvPr>
        </p:nvSpPr>
        <p:spPr>
          <a:xfrm>
            <a:off x="2102625" y="2044800"/>
            <a:ext cx="15825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44" name="Google Shape;244;p30"/>
          <p:cNvSpPr txBox="1"/>
          <p:nvPr>
            <p:ph idx="5" type="subTitle"/>
          </p:nvPr>
        </p:nvSpPr>
        <p:spPr>
          <a:xfrm>
            <a:off x="3875050"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5" name="Google Shape;245;p30"/>
          <p:cNvSpPr txBox="1"/>
          <p:nvPr>
            <p:ph idx="6" type="title"/>
          </p:nvPr>
        </p:nvSpPr>
        <p:spPr>
          <a:xfrm>
            <a:off x="3875051"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46" name="Google Shape;246;p30"/>
          <p:cNvSpPr txBox="1"/>
          <p:nvPr>
            <p:ph idx="7" type="subTitle"/>
          </p:nvPr>
        </p:nvSpPr>
        <p:spPr>
          <a:xfrm>
            <a:off x="5618263"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7" name="Google Shape;247;p30"/>
          <p:cNvSpPr txBox="1"/>
          <p:nvPr>
            <p:ph idx="8" type="title"/>
          </p:nvPr>
        </p:nvSpPr>
        <p:spPr>
          <a:xfrm>
            <a:off x="5618275"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48" name="Google Shape;248;p30"/>
          <p:cNvSpPr txBox="1"/>
          <p:nvPr>
            <p:ph idx="9" type="subTitle"/>
          </p:nvPr>
        </p:nvSpPr>
        <p:spPr>
          <a:xfrm>
            <a:off x="7354438"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9" name="Google Shape;249;p30"/>
          <p:cNvSpPr txBox="1"/>
          <p:nvPr>
            <p:ph idx="13" type="title"/>
          </p:nvPr>
        </p:nvSpPr>
        <p:spPr>
          <a:xfrm>
            <a:off x="7354449" y="2044799"/>
            <a:ext cx="17976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50" name="Google Shape;250;p30"/>
          <p:cNvSpPr txBox="1"/>
          <p:nvPr>
            <p:ph idx="14" type="subTitle"/>
          </p:nvPr>
        </p:nvSpPr>
        <p:spPr>
          <a:xfrm>
            <a:off x="478650" y="3104100"/>
            <a:ext cx="1452000" cy="61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1" name="Google Shape;251;p30"/>
          <p:cNvSpPr txBox="1"/>
          <p:nvPr>
            <p:ph idx="15" type="subTitle"/>
          </p:nvPr>
        </p:nvSpPr>
        <p:spPr>
          <a:xfrm>
            <a:off x="2102625" y="3104100"/>
            <a:ext cx="1582500" cy="642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2" name="Google Shape;252;p30"/>
          <p:cNvSpPr txBox="1"/>
          <p:nvPr>
            <p:ph idx="16" type="subTitle"/>
          </p:nvPr>
        </p:nvSpPr>
        <p:spPr>
          <a:xfrm>
            <a:off x="5618275"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3" name="Google Shape;253;p30"/>
          <p:cNvSpPr txBox="1"/>
          <p:nvPr>
            <p:ph idx="17" type="subTitle"/>
          </p:nvPr>
        </p:nvSpPr>
        <p:spPr>
          <a:xfrm>
            <a:off x="7354450"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4" name="Google Shape;254;p30"/>
          <p:cNvSpPr txBox="1"/>
          <p:nvPr>
            <p:ph idx="18" type="subTitle"/>
          </p:nvPr>
        </p:nvSpPr>
        <p:spPr>
          <a:xfrm>
            <a:off x="625400" y="3960650"/>
            <a:ext cx="11397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Char char="●"/>
              <a:defRPr>
                <a:solidFill>
                  <a:schemeClr val="dk1"/>
                </a:solidFill>
              </a:defRPr>
            </a:lvl1pPr>
            <a:lvl2pPr lvl="1">
              <a:lnSpc>
                <a:spcPct val="100000"/>
              </a:lnSpc>
              <a:spcBef>
                <a:spcPts val="1000"/>
              </a:spcBef>
              <a:spcAft>
                <a:spcPts val="0"/>
              </a:spcAft>
              <a:buClr>
                <a:schemeClr val="dk1"/>
              </a:buClr>
              <a:buSzPts val="1200"/>
              <a:buFont typeface="Lato"/>
              <a:buChar char="○"/>
              <a:defRPr>
                <a:solidFill>
                  <a:schemeClr val="dk1"/>
                </a:solidFill>
              </a:defRPr>
            </a:lvl2pPr>
            <a:lvl3pPr lvl="2">
              <a:lnSpc>
                <a:spcPct val="100000"/>
              </a:lnSpc>
              <a:spcBef>
                <a:spcPts val="1000"/>
              </a:spcBef>
              <a:spcAft>
                <a:spcPts val="0"/>
              </a:spcAft>
              <a:buClr>
                <a:schemeClr val="dk1"/>
              </a:buClr>
              <a:buSzPts val="1200"/>
              <a:buFont typeface="Lato"/>
              <a:buChar char="■"/>
              <a:defRPr>
                <a:solidFill>
                  <a:schemeClr val="dk1"/>
                </a:solidFill>
              </a:defRPr>
            </a:lvl3pPr>
            <a:lvl4pPr lvl="3">
              <a:lnSpc>
                <a:spcPct val="100000"/>
              </a:lnSpc>
              <a:spcBef>
                <a:spcPts val="1000"/>
              </a:spcBef>
              <a:spcAft>
                <a:spcPts val="0"/>
              </a:spcAft>
              <a:buClr>
                <a:schemeClr val="dk1"/>
              </a:buClr>
              <a:buSzPts val="1200"/>
              <a:buFont typeface="Lato"/>
              <a:buChar char="●"/>
              <a:defRPr>
                <a:solidFill>
                  <a:schemeClr val="dk1"/>
                </a:solidFill>
              </a:defRPr>
            </a:lvl4pPr>
            <a:lvl5pPr lvl="4">
              <a:lnSpc>
                <a:spcPct val="100000"/>
              </a:lnSpc>
              <a:spcBef>
                <a:spcPts val="1000"/>
              </a:spcBef>
              <a:spcAft>
                <a:spcPts val="0"/>
              </a:spcAft>
              <a:buClr>
                <a:schemeClr val="dk1"/>
              </a:buClr>
              <a:buSzPts val="1200"/>
              <a:buFont typeface="Lato"/>
              <a:buChar char="○"/>
              <a:defRPr>
                <a:solidFill>
                  <a:schemeClr val="dk1"/>
                </a:solidFill>
              </a:defRPr>
            </a:lvl5pPr>
            <a:lvl6pPr lvl="5">
              <a:lnSpc>
                <a:spcPct val="100000"/>
              </a:lnSpc>
              <a:spcBef>
                <a:spcPts val="1000"/>
              </a:spcBef>
              <a:spcAft>
                <a:spcPts val="0"/>
              </a:spcAft>
              <a:buClr>
                <a:schemeClr val="dk1"/>
              </a:buClr>
              <a:buSzPts val="1200"/>
              <a:buFont typeface="Lato"/>
              <a:buChar char="■"/>
              <a:defRPr>
                <a:solidFill>
                  <a:schemeClr val="dk1"/>
                </a:solidFill>
              </a:defRPr>
            </a:lvl6pPr>
            <a:lvl7pPr lvl="6">
              <a:lnSpc>
                <a:spcPct val="100000"/>
              </a:lnSpc>
              <a:spcBef>
                <a:spcPts val="1000"/>
              </a:spcBef>
              <a:spcAft>
                <a:spcPts val="0"/>
              </a:spcAft>
              <a:buClr>
                <a:schemeClr val="dk1"/>
              </a:buClr>
              <a:buSzPts val="1200"/>
              <a:buFont typeface="Lato"/>
              <a:buChar char="●"/>
              <a:defRPr>
                <a:solidFill>
                  <a:schemeClr val="dk1"/>
                </a:solidFill>
              </a:defRPr>
            </a:lvl7pPr>
            <a:lvl8pPr lvl="7">
              <a:lnSpc>
                <a:spcPct val="100000"/>
              </a:lnSpc>
              <a:spcBef>
                <a:spcPts val="1000"/>
              </a:spcBef>
              <a:spcAft>
                <a:spcPts val="0"/>
              </a:spcAft>
              <a:buClr>
                <a:schemeClr val="dk1"/>
              </a:buClr>
              <a:buSzPts val="1200"/>
              <a:buFont typeface="Lato"/>
              <a:buChar char="○"/>
              <a:defRPr>
                <a:solidFill>
                  <a:schemeClr val="dk1"/>
                </a:solidFill>
              </a:defRPr>
            </a:lvl8pPr>
            <a:lvl9pPr lvl="8">
              <a:lnSpc>
                <a:spcPct val="100000"/>
              </a:lnSpc>
              <a:spcBef>
                <a:spcPts val="1000"/>
              </a:spcBef>
              <a:spcAft>
                <a:spcPts val="1000"/>
              </a:spcAft>
              <a:buClr>
                <a:schemeClr val="dk1"/>
              </a:buClr>
              <a:buSzPts val="1200"/>
              <a:buFont typeface="Lato"/>
              <a:buChar char="■"/>
              <a:defRPr>
                <a:solidFill>
                  <a:schemeClr val="dk1"/>
                </a:solidFill>
              </a:defRPr>
            </a:lvl9pPr>
          </a:lstStyle>
          <a:p/>
        </p:txBody>
      </p:sp>
      <p:sp>
        <p:nvSpPr>
          <p:cNvPr id="255" name="Google Shape;255;p30"/>
          <p:cNvSpPr txBox="1"/>
          <p:nvPr>
            <p:ph idx="19" type="subTitle"/>
          </p:nvPr>
        </p:nvSpPr>
        <p:spPr>
          <a:xfrm>
            <a:off x="2239700" y="3960657"/>
            <a:ext cx="1139700" cy="813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6" name="Google Shape;256;p30"/>
          <p:cNvSpPr txBox="1"/>
          <p:nvPr>
            <p:ph idx="20" type="subTitle"/>
          </p:nvPr>
        </p:nvSpPr>
        <p:spPr>
          <a:xfrm>
            <a:off x="4021800" y="3960660"/>
            <a:ext cx="11397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7" name="Google Shape;257;p30"/>
          <p:cNvSpPr txBox="1"/>
          <p:nvPr>
            <p:ph idx="21" type="subTitle"/>
          </p:nvPr>
        </p:nvSpPr>
        <p:spPr>
          <a:xfrm>
            <a:off x="5765025" y="3960650"/>
            <a:ext cx="14112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8" name="Google Shape;258;p30"/>
          <p:cNvSpPr txBox="1"/>
          <p:nvPr>
            <p:ph idx="22" type="subTitle"/>
          </p:nvPr>
        </p:nvSpPr>
        <p:spPr>
          <a:xfrm>
            <a:off x="7491550" y="3960657"/>
            <a:ext cx="1139700" cy="774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9" name="Google Shape;259;p30"/>
          <p:cNvSpPr txBox="1"/>
          <p:nvPr>
            <p:ph idx="23" type="subTitle"/>
          </p:nvPr>
        </p:nvSpPr>
        <p:spPr>
          <a:xfrm>
            <a:off x="3875050" y="3104100"/>
            <a:ext cx="15579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1">
  <p:cSld name="CUSTOM_5_1_1_1_4">
    <p:spTree>
      <p:nvGrpSpPr>
        <p:cNvPr id="260" name="Shape 260"/>
        <p:cNvGrpSpPr/>
        <p:nvPr/>
      </p:nvGrpSpPr>
      <p:grpSpPr>
        <a:xfrm>
          <a:off x="0" y="0"/>
          <a:ext cx="0" cy="0"/>
          <a:chOff x="0" y="0"/>
          <a:chExt cx="0" cy="0"/>
        </a:xfrm>
      </p:grpSpPr>
      <p:sp>
        <p:nvSpPr>
          <p:cNvPr id="261" name="Google Shape;261;p31"/>
          <p:cNvSpPr/>
          <p:nvPr>
            <p:ph idx="2" type="pic"/>
          </p:nvPr>
        </p:nvSpPr>
        <p:spPr>
          <a:xfrm>
            <a:off x="-1600" y="1969350"/>
            <a:ext cx="9144000" cy="3174600"/>
          </a:xfrm>
          <a:prstGeom prst="snip1Rect">
            <a:avLst>
              <a:gd fmla="val 19548" name="adj"/>
            </a:avLst>
          </a:prstGeom>
          <a:noFill/>
          <a:ln>
            <a:noFill/>
          </a:ln>
        </p:spPr>
      </p:sp>
      <p:sp>
        <p:nvSpPr>
          <p:cNvPr id="262" name="Google Shape;262;p31"/>
          <p:cNvSpPr txBox="1"/>
          <p:nvPr>
            <p:ph type="title"/>
          </p:nvPr>
        </p:nvSpPr>
        <p:spPr>
          <a:xfrm>
            <a:off x="5254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63" name="Google Shape;263;p31"/>
          <p:cNvSpPr txBox="1"/>
          <p:nvPr>
            <p:ph idx="1" type="body"/>
          </p:nvPr>
        </p:nvSpPr>
        <p:spPr>
          <a:xfrm>
            <a:off x="5254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64" name="Google Shape;264;p31"/>
          <p:cNvSpPr txBox="1"/>
          <p:nvPr>
            <p:ph idx="3" type="title"/>
          </p:nvPr>
        </p:nvSpPr>
        <p:spPr>
          <a:xfrm>
            <a:off x="24096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65" name="Google Shape;265;p31"/>
          <p:cNvSpPr txBox="1"/>
          <p:nvPr>
            <p:ph idx="4" type="body"/>
          </p:nvPr>
        </p:nvSpPr>
        <p:spPr>
          <a:xfrm>
            <a:off x="24096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66" name="Google Shape;266;p31"/>
          <p:cNvSpPr txBox="1"/>
          <p:nvPr>
            <p:ph idx="5" type="title"/>
          </p:nvPr>
        </p:nvSpPr>
        <p:spPr>
          <a:xfrm>
            <a:off x="42938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67" name="Google Shape;267;p31"/>
          <p:cNvSpPr txBox="1"/>
          <p:nvPr>
            <p:ph idx="6" type="body"/>
          </p:nvPr>
        </p:nvSpPr>
        <p:spPr>
          <a:xfrm>
            <a:off x="42938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68" name="Google Shape;268;p31"/>
          <p:cNvSpPr txBox="1"/>
          <p:nvPr>
            <p:ph idx="7" type="title"/>
          </p:nvPr>
        </p:nvSpPr>
        <p:spPr>
          <a:xfrm>
            <a:off x="61780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69" name="Google Shape;269;p31"/>
          <p:cNvSpPr txBox="1"/>
          <p:nvPr>
            <p:ph idx="8" type="body"/>
          </p:nvPr>
        </p:nvSpPr>
        <p:spPr>
          <a:xfrm>
            <a:off x="61780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70" name="Google Shape;270;p31"/>
          <p:cNvSpPr txBox="1"/>
          <p:nvPr>
            <p:ph idx="9" type="subTitle"/>
          </p:nvPr>
        </p:nvSpPr>
        <p:spPr>
          <a:xfrm>
            <a:off x="24096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71" name="Google Shape;271;p31"/>
          <p:cNvSpPr txBox="1"/>
          <p:nvPr>
            <p:ph idx="13" type="subTitle"/>
          </p:nvPr>
        </p:nvSpPr>
        <p:spPr>
          <a:xfrm>
            <a:off x="5254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72" name="Google Shape;272;p31"/>
          <p:cNvSpPr txBox="1"/>
          <p:nvPr>
            <p:ph idx="14" type="subTitle"/>
          </p:nvPr>
        </p:nvSpPr>
        <p:spPr>
          <a:xfrm>
            <a:off x="42938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73" name="Google Shape;273;p31"/>
          <p:cNvSpPr txBox="1"/>
          <p:nvPr>
            <p:ph idx="15" type="subTitle"/>
          </p:nvPr>
        </p:nvSpPr>
        <p:spPr>
          <a:xfrm>
            <a:off x="61780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74" name="Google Shape;274;p31"/>
          <p:cNvSpPr txBox="1"/>
          <p:nvPr>
            <p:ph idx="16"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275" name="Google Shape;275;p31"/>
          <p:cNvSpPr txBox="1"/>
          <p:nvPr>
            <p:ph idx="17"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4">
  <p:cSld name="CUSTOM_5_1_1_1_1">
    <p:bg>
      <p:bgPr>
        <a:solidFill>
          <a:schemeClr val="lt1"/>
        </a:solidFill>
      </p:bgPr>
    </p:bg>
    <p:spTree>
      <p:nvGrpSpPr>
        <p:cNvPr id="276" name="Shape 276"/>
        <p:cNvGrpSpPr/>
        <p:nvPr/>
      </p:nvGrpSpPr>
      <p:grpSpPr>
        <a:xfrm>
          <a:off x="0" y="0"/>
          <a:ext cx="0" cy="0"/>
          <a:chOff x="0" y="0"/>
          <a:chExt cx="0" cy="0"/>
        </a:xfrm>
      </p:grpSpPr>
      <p:sp>
        <p:nvSpPr>
          <p:cNvPr id="277" name="Google Shape;277;p32"/>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278" name="Google Shape;278;p32"/>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79" name="Google Shape;279;p32"/>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280" name="Google Shape;280;p32"/>
          <p:cNvSpPr txBox="1"/>
          <p:nvPr>
            <p:ph idx="2" type="title"/>
          </p:nvPr>
        </p:nvSpPr>
        <p:spPr>
          <a:xfrm>
            <a:off x="6026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1" name="Google Shape;281;p32"/>
          <p:cNvSpPr txBox="1"/>
          <p:nvPr>
            <p:ph idx="3" type="body"/>
          </p:nvPr>
        </p:nvSpPr>
        <p:spPr>
          <a:xfrm>
            <a:off x="6026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2" name="Google Shape;282;p32"/>
          <p:cNvSpPr txBox="1"/>
          <p:nvPr>
            <p:ph idx="4" type="title"/>
          </p:nvPr>
        </p:nvSpPr>
        <p:spPr>
          <a:xfrm>
            <a:off x="2253138"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3" name="Google Shape;283;p32"/>
          <p:cNvSpPr txBox="1"/>
          <p:nvPr>
            <p:ph idx="5" type="body"/>
          </p:nvPr>
        </p:nvSpPr>
        <p:spPr>
          <a:xfrm>
            <a:off x="2253138"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4" name="Google Shape;284;p32"/>
          <p:cNvSpPr txBox="1"/>
          <p:nvPr>
            <p:ph idx="6" type="title"/>
          </p:nvPr>
        </p:nvSpPr>
        <p:spPr>
          <a:xfrm>
            <a:off x="3903575"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5" name="Google Shape;285;p32"/>
          <p:cNvSpPr txBox="1"/>
          <p:nvPr>
            <p:ph idx="7" type="body"/>
          </p:nvPr>
        </p:nvSpPr>
        <p:spPr>
          <a:xfrm>
            <a:off x="3903575"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6" name="Google Shape;286;p32"/>
          <p:cNvSpPr txBox="1"/>
          <p:nvPr>
            <p:ph idx="8" type="title"/>
          </p:nvPr>
        </p:nvSpPr>
        <p:spPr>
          <a:xfrm>
            <a:off x="555405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7" name="Google Shape;287;p32"/>
          <p:cNvSpPr txBox="1"/>
          <p:nvPr>
            <p:ph idx="9" type="body"/>
          </p:nvPr>
        </p:nvSpPr>
        <p:spPr>
          <a:xfrm>
            <a:off x="555405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8" name="Google Shape;288;p32"/>
          <p:cNvSpPr txBox="1"/>
          <p:nvPr>
            <p:ph idx="13" type="title"/>
          </p:nvPr>
        </p:nvSpPr>
        <p:spPr>
          <a:xfrm>
            <a:off x="72045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9" name="Google Shape;289;p32"/>
          <p:cNvSpPr txBox="1"/>
          <p:nvPr>
            <p:ph idx="14" type="body"/>
          </p:nvPr>
        </p:nvSpPr>
        <p:spPr>
          <a:xfrm>
            <a:off x="72045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3">
    <p:bg>
      <p:bgPr>
        <a:solidFill>
          <a:schemeClr val="accent4"/>
        </a:solidFill>
      </p:bgPr>
    </p:bg>
    <p:spTree>
      <p:nvGrpSpPr>
        <p:cNvPr id="290" name="Shape 290"/>
        <p:cNvGrpSpPr/>
        <p:nvPr/>
      </p:nvGrpSpPr>
      <p:grpSpPr>
        <a:xfrm>
          <a:off x="0" y="0"/>
          <a:ext cx="0" cy="0"/>
          <a:chOff x="0" y="0"/>
          <a:chExt cx="0" cy="0"/>
        </a:xfrm>
      </p:grpSpPr>
      <p:sp>
        <p:nvSpPr>
          <p:cNvPr id="291" name="Google Shape;291;p33"/>
          <p:cNvSpPr/>
          <p:nvPr/>
        </p:nvSpPr>
        <p:spPr>
          <a:xfrm>
            <a:off x="0" y="0"/>
            <a:ext cx="55215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92" name="Google Shape;292;p33"/>
          <p:cNvSpPr txBox="1"/>
          <p:nvPr>
            <p:ph idx="1" type="subTitle"/>
          </p:nvPr>
        </p:nvSpPr>
        <p:spPr>
          <a:xfrm>
            <a:off x="462950" y="41990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
        <p:nvSpPr>
          <p:cNvPr id="293" name="Google Shape;293;p33"/>
          <p:cNvSpPr txBox="1"/>
          <p:nvPr>
            <p:ph type="title"/>
          </p:nvPr>
        </p:nvSpPr>
        <p:spPr>
          <a:xfrm>
            <a:off x="459325" y="1827800"/>
            <a:ext cx="3977700" cy="61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800"/>
              <a:buNone/>
              <a:defRPr sz="1000">
                <a:latin typeface="Lato"/>
                <a:ea typeface="Lato"/>
                <a:cs typeface="Lato"/>
                <a:sym typeface="Lato"/>
              </a:defRPr>
            </a:lvl1pPr>
            <a:lvl2pPr lvl="1">
              <a:lnSpc>
                <a:spcPct val="100000"/>
              </a:lnSpc>
              <a:spcBef>
                <a:spcPts val="0"/>
              </a:spcBef>
              <a:spcAft>
                <a:spcPts val="0"/>
              </a:spcAft>
              <a:buClr>
                <a:schemeClr val="dk1"/>
              </a:buClr>
              <a:buSzPts val="2800"/>
              <a:buNone/>
              <a:defRPr sz="1000">
                <a:latin typeface="Lato"/>
                <a:ea typeface="Lato"/>
                <a:cs typeface="Lato"/>
                <a:sym typeface="Lato"/>
              </a:defRPr>
            </a:lvl2pPr>
            <a:lvl3pPr lvl="2">
              <a:lnSpc>
                <a:spcPct val="100000"/>
              </a:lnSpc>
              <a:spcBef>
                <a:spcPts val="0"/>
              </a:spcBef>
              <a:spcAft>
                <a:spcPts val="0"/>
              </a:spcAft>
              <a:buClr>
                <a:schemeClr val="dk1"/>
              </a:buClr>
              <a:buSzPts val="2800"/>
              <a:buNone/>
              <a:defRPr sz="1000">
                <a:latin typeface="Lato"/>
                <a:ea typeface="Lato"/>
                <a:cs typeface="Lato"/>
                <a:sym typeface="Lato"/>
              </a:defRPr>
            </a:lvl3pPr>
            <a:lvl4pPr lvl="3">
              <a:lnSpc>
                <a:spcPct val="100000"/>
              </a:lnSpc>
              <a:spcBef>
                <a:spcPts val="0"/>
              </a:spcBef>
              <a:spcAft>
                <a:spcPts val="0"/>
              </a:spcAft>
              <a:buClr>
                <a:schemeClr val="dk1"/>
              </a:buClr>
              <a:buSzPts val="2800"/>
              <a:buNone/>
              <a:defRPr sz="1000">
                <a:latin typeface="Lato"/>
                <a:ea typeface="Lato"/>
                <a:cs typeface="Lato"/>
                <a:sym typeface="Lato"/>
              </a:defRPr>
            </a:lvl4pPr>
            <a:lvl5pPr lvl="4">
              <a:lnSpc>
                <a:spcPct val="100000"/>
              </a:lnSpc>
              <a:spcBef>
                <a:spcPts val="0"/>
              </a:spcBef>
              <a:spcAft>
                <a:spcPts val="0"/>
              </a:spcAft>
              <a:buClr>
                <a:schemeClr val="dk1"/>
              </a:buClr>
              <a:buSzPts val="2800"/>
              <a:buNone/>
              <a:defRPr sz="1000">
                <a:latin typeface="Lato"/>
                <a:ea typeface="Lato"/>
                <a:cs typeface="Lato"/>
                <a:sym typeface="Lato"/>
              </a:defRPr>
            </a:lvl5pPr>
            <a:lvl6pPr lvl="5">
              <a:lnSpc>
                <a:spcPct val="100000"/>
              </a:lnSpc>
              <a:spcBef>
                <a:spcPts val="0"/>
              </a:spcBef>
              <a:spcAft>
                <a:spcPts val="0"/>
              </a:spcAft>
              <a:buClr>
                <a:schemeClr val="dk1"/>
              </a:buClr>
              <a:buSzPts val="2800"/>
              <a:buNone/>
              <a:defRPr sz="1000">
                <a:latin typeface="Lato"/>
                <a:ea typeface="Lato"/>
                <a:cs typeface="Lato"/>
                <a:sym typeface="Lato"/>
              </a:defRPr>
            </a:lvl6pPr>
            <a:lvl7pPr lvl="6">
              <a:lnSpc>
                <a:spcPct val="100000"/>
              </a:lnSpc>
              <a:spcBef>
                <a:spcPts val="0"/>
              </a:spcBef>
              <a:spcAft>
                <a:spcPts val="0"/>
              </a:spcAft>
              <a:buClr>
                <a:schemeClr val="dk1"/>
              </a:buClr>
              <a:buSzPts val="2800"/>
              <a:buNone/>
              <a:defRPr sz="1000">
                <a:latin typeface="Lato"/>
                <a:ea typeface="Lato"/>
                <a:cs typeface="Lato"/>
                <a:sym typeface="Lato"/>
              </a:defRPr>
            </a:lvl7pPr>
            <a:lvl8pPr lvl="7">
              <a:lnSpc>
                <a:spcPct val="100000"/>
              </a:lnSpc>
              <a:spcBef>
                <a:spcPts val="0"/>
              </a:spcBef>
              <a:spcAft>
                <a:spcPts val="0"/>
              </a:spcAft>
              <a:buClr>
                <a:schemeClr val="dk1"/>
              </a:buClr>
              <a:buSzPts val="2800"/>
              <a:buNone/>
              <a:defRPr sz="1000">
                <a:latin typeface="Lato"/>
                <a:ea typeface="Lato"/>
                <a:cs typeface="Lato"/>
                <a:sym typeface="Lato"/>
              </a:defRPr>
            </a:lvl8pPr>
            <a:lvl9pPr lvl="8">
              <a:lnSpc>
                <a:spcPct val="100000"/>
              </a:lnSpc>
              <a:spcBef>
                <a:spcPts val="0"/>
              </a:spcBef>
              <a:spcAft>
                <a:spcPts val="0"/>
              </a:spcAft>
              <a:buClr>
                <a:schemeClr val="dk1"/>
              </a:buClr>
              <a:buSzPts val="2800"/>
              <a:buNone/>
              <a:defRPr sz="1000">
                <a:latin typeface="Lato"/>
                <a:ea typeface="Lato"/>
                <a:cs typeface="Lato"/>
                <a:sym typeface="Lato"/>
              </a:defRPr>
            </a:lvl9pPr>
          </a:lstStyle>
          <a:p/>
        </p:txBody>
      </p:sp>
      <p:sp>
        <p:nvSpPr>
          <p:cNvPr id="294" name="Google Shape;294;p33"/>
          <p:cNvSpPr txBox="1"/>
          <p:nvPr>
            <p:ph idx="2" type="title"/>
          </p:nvPr>
        </p:nvSpPr>
        <p:spPr>
          <a:xfrm>
            <a:off x="6422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95" name="Google Shape;295;p33"/>
          <p:cNvSpPr txBox="1"/>
          <p:nvPr>
            <p:ph idx="3" type="title"/>
          </p:nvPr>
        </p:nvSpPr>
        <p:spPr>
          <a:xfrm>
            <a:off x="6396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96" name="Google Shape;296;p33"/>
          <p:cNvSpPr txBox="1"/>
          <p:nvPr>
            <p:ph idx="4" type="title"/>
          </p:nvPr>
        </p:nvSpPr>
        <p:spPr>
          <a:xfrm>
            <a:off x="3222225"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97" name="Google Shape;297;p33"/>
          <p:cNvSpPr txBox="1"/>
          <p:nvPr>
            <p:ph idx="5" type="title"/>
          </p:nvPr>
        </p:nvSpPr>
        <p:spPr>
          <a:xfrm>
            <a:off x="3219600"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98" name="Google Shape;298;p33"/>
          <p:cNvSpPr txBox="1"/>
          <p:nvPr>
            <p:ph idx="6" type="title"/>
          </p:nvPr>
        </p:nvSpPr>
        <p:spPr>
          <a:xfrm>
            <a:off x="58074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99" name="Google Shape;299;p33"/>
          <p:cNvSpPr txBox="1"/>
          <p:nvPr>
            <p:ph idx="7" type="title"/>
          </p:nvPr>
        </p:nvSpPr>
        <p:spPr>
          <a:xfrm>
            <a:off x="58048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300" name="Google Shape;300;p33"/>
          <p:cNvSpPr txBox="1"/>
          <p:nvPr>
            <p:ph idx="8" type="title"/>
          </p:nvPr>
        </p:nvSpPr>
        <p:spPr>
          <a:xfrm>
            <a:off x="459325" y="788000"/>
            <a:ext cx="46482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3">
  <p:cSld name="CUSTOM_5_1_1_1_2">
    <p:bg>
      <p:bgPr>
        <a:solidFill>
          <a:schemeClr val="lt1"/>
        </a:solidFill>
      </p:bgPr>
    </p:bg>
    <p:spTree>
      <p:nvGrpSpPr>
        <p:cNvPr id="301" name="Shape 301"/>
        <p:cNvGrpSpPr/>
        <p:nvPr/>
      </p:nvGrpSpPr>
      <p:grpSpPr>
        <a:xfrm>
          <a:off x="0" y="0"/>
          <a:ext cx="0" cy="0"/>
          <a:chOff x="0" y="0"/>
          <a:chExt cx="0" cy="0"/>
        </a:xfrm>
      </p:grpSpPr>
      <p:sp>
        <p:nvSpPr>
          <p:cNvPr id="302" name="Google Shape;302;p34"/>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303" name="Google Shape;303;p34"/>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04" name="Google Shape;304;p34"/>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305" name="Google Shape;305;p34"/>
          <p:cNvSpPr txBox="1"/>
          <p:nvPr>
            <p:ph idx="2" type="title"/>
          </p:nvPr>
        </p:nvSpPr>
        <p:spPr>
          <a:xfrm>
            <a:off x="423025" y="2331750"/>
            <a:ext cx="16002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306" name="Google Shape;306;p34"/>
          <p:cNvSpPr txBox="1"/>
          <p:nvPr>
            <p:ph idx="3" type="body"/>
          </p:nvPr>
        </p:nvSpPr>
        <p:spPr>
          <a:xfrm>
            <a:off x="423025" y="2733050"/>
            <a:ext cx="16002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307" name="Google Shape;307;p34"/>
          <p:cNvSpPr txBox="1"/>
          <p:nvPr>
            <p:ph idx="4" type="title"/>
          </p:nvPr>
        </p:nvSpPr>
        <p:spPr>
          <a:xfrm>
            <a:off x="256857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308" name="Google Shape;308;p34"/>
          <p:cNvSpPr txBox="1"/>
          <p:nvPr>
            <p:ph idx="5" type="body"/>
          </p:nvPr>
        </p:nvSpPr>
        <p:spPr>
          <a:xfrm>
            <a:off x="2568575"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309" name="Google Shape;309;p34"/>
          <p:cNvSpPr txBox="1"/>
          <p:nvPr>
            <p:ph idx="6" type="title"/>
          </p:nvPr>
        </p:nvSpPr>
        <p:spPr>
          <a:xfrm>
            <a:off x="4751950"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310" name="Google Shape;310;p34"/>
          <p:cNvSpPr txBox="1"/>
          <p:nvPr>
            <p:ph idx="7" type="body"/>
          </p:nvPr>
        </p:nvSpPr>
        <p:spPr>
          <a:xfrm>
            <a:off x="475195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311" name="Google Shape;311;p34"/>
          <p:cNvSpPr txBox="1"/>
          <p:nvPr>
            <p:ph idx="8" type="title"/>
          </p:nvPr>
        </p:nvSpPr>
        <p:spPr>
          <a:xfrm>
            <a:off x="690942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312" name="Google Shape;312;p34"/>
          <p:cNvSpPr txBox="1"/>
          <p:nvPr>
            <p:ph idx="9" type="body"/>
          </p:nvPr>
        </p:nvSpPr>
        <p:spPr>
          <a:xfrm>
            <a:off x="685590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2">
  <p:cSld name="CUSTOM_5_1_1_1_3">
    <p:bg>
      <p:bgPr>
        <a:solidFill>
          <a:schemeClr val="lt1"/>
        </a:solidFill>
      </p:bgPr>
    </p:bg>
    <p:spTree>
      <p:nvGrpSpPr>
        <p:cNvPr id="313" name="Shape 313"/>
        <p:cNvGrpSpPr/>
        <p:nvPr/>
      </p:nvGrpSpPr>
      <p:grpSpPr>
        <a:xfrm>
          <a:off x="0" y="0"/>
          <a:ext cx="0" cy="0"/>
          <a:chOff x="0" y="0"/>
          <a:chExt cx="0" cy="0"/>
        </a:xfrm>
      </p:grpSpPr>
      <p:sp>
        <p:nvSpPr>
          <p:cNvPr id="314" name="Google Shape;314;p35"/>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15" name="Google Shape;315;p35"/>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316" name="Google Shape;316;p35"/>
          <p:cNvSpPr txBox="1"/>
          <p:nvPr>
            <p:ph idx="2" type="subTitle"/>
          </p:nvPr>
        </p:nvSpPr>
        <p:spPr>
          <a:xfrm>
            <a:off x="705575" y="23879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17" name="Google Shape;317;p35"/>
          <p:cNvSpPr txBox="1"/>
          <p:nvPr>
            <p:ph idx="3" type="subTitle"/>
          </p:nvPr>
        </p:nvSpPr>
        <p:spPr>
          <a:xfrm>
            <a:off x="705575" y="29485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18" name="Google Shape;318;p35"/>
          <p:cNvSpPr txBox="1"/>
          <p:nvPr>
            <p:ph idx="4" type="subTitle"/>
          </p:nvPr>
        </p:nvSpPr>
        <p:spPr>
          <a:xfrm>
            <a:off x="705575" y="3518838"/>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19" name="Google Shape;319;p35"/>
          <p:cNvSpPr txBox="1"/>
          <p:nvPr>
            <p:ph idx="5" type="subTitle"/>
          </p:nvPr>
        </p:nvSpPr>
        <p:spPr>
          <a:xfrm>
            <a:off x="705575" y="409260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20" name="Google Shape;320;p35"/>
          <p:cNvSpPr txBox="1"/>
          <p:nvPr>
            <p:ph idx="6" type="subTitle"/>
          </p:nvPr>
        </p:nvSpPr>
        <p:spPr>
          <a:xfrm>
            <a:off x="705575" y="465425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21" name="Google Shape;321;p35"/>
          <p:cNvSpPr txBox="1"/>
          <p:nvPr>
            <p:ph idx="7" type="body"/>
          </p:nvPr>
        </p:nvSpPr>
        <p:spPr>
          <a:xfrm>
            <a:off x="5843600" y="463467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22" name="Google Shape;322;p35"/>
          <p:cNvSpPr txBox="1"/>
          <p:nvPr>
            <p:ph idx="8" type="body"/>
          </p:nvPr>
        </p:nvSpPr>
        <p:spPr>
          <a:xfrm>
            <a:off x="5843600" y="4088050"/>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23" name="Google Shape;323;p35"/>
          <p:cNvSpPr txBox="1"/>
          <p:nvPr>
            <p:ph idx="9" type="body"/>
          </p:nvPr>
        </p:nvSpPr>
        <p:spPr>
          <a:xfrm>
            <a:off x="5843600" y="3509538"/>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24" name="Google Shape;324;p35"/>
          <p:cNvSpPr txBox="1"/>
          <p:nvPr>
            <p:ph idx="13" type="body"/>
          </p:nvPr>
        </p:nvSpPr>
        <p:spPr>
          <a:xfrm>
            <a:off x="5843600" y="294872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25" name="Google Shape;325;p35"/>
          <p:cNvSpPr txBox="1"/>
          <p:nvPr>
            <p:ph idx="14" type="title"/>
          </p:nvPr>
        </p:nvSpPr>
        <p:spPr>
          <a:xfrm>
            <a:off x="5235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326" name="Google Shape;326;p35"/>
          <p:cNvSpPr txBox="1"/>
          <p:nvPr>
            <p:ph idx="15" type="title"/>
          </p:nvPr>
        </p:nvSpPr>
        <p:spPr>
          <a:xfrm>
            <a:off x="22278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327" name="Google Shape;327;p35"/>
          <p:cNvSpPr txBox="1"/>
          <p:nvPr>
            <p:ph idx="16" type="title"/>
          </p:nvPr>
        </p:nvSpPr>
        <p:spPr>
          <a:xfrm>
            <a:off x="39321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328" name="Google Shape;328;p35"/>
          <p:cNvSpPr txBox="1"/>
          <p:nvPr>
            <p:ph idx="17" type="title"/>
          </p:nvPr>
        </p:nvSpPr>
        <p:spPr>
          <a:xfrm>
            <a:off x="5845325"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329" name="Google Shape;329;p35"/>
          <p:cNvSpPr txBox="1"/>
          <p:nvPr>
            <p:ph idx="18" type="body"/>
          </p:nvPr>
        </p:nvSpPr>
        <p:spPr>
          <a:xfrm>
            <a:off x="3930375" y="4634677"/>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0" name="Google Shape;330;p35"/>
          <p:cNvSpPr txBox="1"/>
          <p:nvPr>
            <p:ph idx="19" type="body"/>
          </p:nvPr>
        </p:nvSpPr>
        <p:spPr>
          <a:xfrm>
            <a:off x="3930375" y="408805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1" name="Google Shape;331;p35"/>
          <p:cNvSpPr txBox="1"/>
          <p:nvPr>
            <p:ph idx="20" type="body"/>
          </p:nvPr>
        </p:nvSpPr>
        <p:spPr>
          <a:xfrm>
            <a:off x="3930375" y="350954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2" name="Google Shape;332;p35"/>
          <p:cNvSpPr txBox="1"/>
          <p:nvPr>
            <p:ph idx="21" type="body"/>
          </p:nvPr>
        </p:nvSpPr>
        <p:spPr>
          <a:xfrm>
            <a:off x="3930375" y="294873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3" name="Google Shape;333;p35"/>
          <p:cNvSpPr txBox="1"/>
          <p:nvPr>
            <p:ph idx="22" type="body"/>
          </p:nvPr>
        </p:nvSpPr>
        <p:spPr>
          <a:xfrm>
            <a:off x="2226950" y="46346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4" name="Google Shape;334;p35"/>
          <p:cNvSpPr txBox="1"/>
          <p:nvPr>
            <p:ph idx="23" type="body"/>
          </p:nvPr>
        </p:nvSpPr>
        <p:spPr>
          <a:xfrm>
            <a:off x="2226950" y="4088053"/>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5" name="Google Shape;335;p35"/>
          <p:cNvSpPr txBox="1"/>
          <p:nvPr>
            <p:ph idx="24" type="body"/>
          </p:nvPr>
        </p:nvSpPr>
        <p:spPr>
          <a:xfrm>
            <a:off x="2226950" y="350954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6" name="Google Shape;336;p35"/>
          <p:cNvSpPr txBox="1"/>
          <p:nvPr>
            <p:ph idx="25" type="body"/>
          </p:nvPr>
        </p:nvSpPr>
        <p:spPr>
          <a:xfrm>
            <a:off x="2226950" y="294873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7" name="Google Shape;337;p35"/>
          <p:cNvSpPr txBox="1"/>
          <p:nvPr>
            <p:ph idx="26" type="body"/>
          </p:nvPr>
        </p:nvSpPr>
        <p:spPr>
          <a:xfrm>
            <a:off x="5843600" y="2388163"/>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8" name="Google Shape;338;p35"/>
          <p:cNvSpPr txBox="1"/>
          <p:nvPr>
            <p:ph idx="27" type="body"/>
          </p:nvPr>
        </p:nvSpPr>
        <p:spPr>
          <a:xfrm>
            <a:off x="3930375" y="238817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9" name="Google Shape;339;p35"/>
          <p:cNvSpPr txBox="1"/>
          <p:nvPr>
            <p:ph idx="28" type="body"/>
          </p:nvPr>
        </p:nvSpPr>
        <p:spPr>
          <a:xfrm>
            <a:off x="2226950" y="23881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0">
  <p:cSld name="CUSTOM_2_1_1">
    <p:bg>
      <p:bgPr>
        <a:solidFill>
          <a:schemeClr val="lt1"/>
        </a:solidFill>
      </p:bgPr>
    </p:bg>
    <p:spTree>
      <p:nvGrpSpPr>
        <p:cNvPr id="340" name="Shape 340"/>
        <p:cNvGrpSpPr/>
        <p:nvPr/>
      </p:nvGrpSpPr>
      <p:grpSpPr>
        <a:xfrm>
          <a:off x="0" y="0"/>
          <a:ext cx="0" cy="0"/>
          <a:chOff x="0" y="0"/>
          <a:chExt cx="0" cy="0"/>
        </a:xfrm>
      </p:grpSpPr>
      <p:sp>
        <p:nvSpPr>
          <p:cNvPr id="341" name="Google Shape;341;p36"/>
          <p:cNvSpPr txBox="1"/>
          <p:nvPr>
            <p:ph type="title"/>
          </p:nvPr>
        </p:nvSpPr>
        <p:spPr>
          <a:xfrm>
            <a:off x="5135225" y="2600350"/>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342" name="Google Shape;342;p36"/>
          <p:cNvSpPr txBox="1"/>
          <p:nvPr>
            <p:ph idx="2" type="title"/>
          </p:nvPr>
        </p:nvSpPr>
        <p:spPr>
          <a:xfrm>
            <a:off x="5135225" y="3562743"/>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343" name="Google Shape;343;p36"/>
          <p:cNvSpPr txBox="1"/>
          <p:nvPr>
            <p:ph idx="3" type="title"/>
          </p:nvPr>
        </p:nvSpPr>
        <p:spPr>
          <a:xfrm>
            <a:off x="5135225" y="4500074"/>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344" name="Google Shape;344;p36"/>
          <p:cNvSpPr txBox="1"/>
          <p:nvPr>
            <p:ph idx="4"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45" name="Google Shape;345;p36"/>
          <p:cNvSpPr txBox="1"/>
          <p:nvPr>
            <p:ph idx="1" type="subTitle"/>
          </p:nvPr>
        </p:nvSpPr>
        <p:spPr>
          <a:xfrm>
            <a:off x="446900" y="397650"/>
            <a:ext cx="5344500" cy="309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346" name="Google Shape;346;p36"/>
          <p:cNvSpPr txBox="1"/>
          <p:nvPr>
            <p:ph idx="5" type="body"/>
          </p:nvPr>
        </p:nvSpPr>
        <p:spPr>
          <a:xfrm>
            <a:off x="5761162" y="2472057"/>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47" name="Google Shape;347;p36"/>
          <p:cNvSpPr txBox="1"/>
          <p:nvPr>
            <p:ph idx="6" type="body"/>
          </p:nvPr>
        </p:nvSpPr>
        <p:spPr>
          <a:xfrm>
            <a:off x="5761162" y="3436244"/>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48" name="Google Shape;348;p36"/>
          <p:cNvSpPr txBox="1"/>
          <p:nvPr>
            <p:ph idx="7" type="body"/>
          </p:nvPr>
        </p:nvSpPr>
        <p:spPr>
          <a:xfrm>
            <a:off x="5761162" y="4399826"/>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49" name="Google Shape;349;p36"/>
          <p:cNvSpPr txBox="1"/>
          <p:nvPr>
            <p:ph idx="8" type="body"/>
          </p:nvPr>
        </p:nvSpPr>
        <p:spPr>
          <a:xfrm>
            <a:off x="706399" y="2753996"/>
            <a:ext cx="3288300" cy="1731000"/>
          </a:xfrm>
          <a:prstGeom prst="rect">
            <a:avLst/>
          </a:prstGeom>
        </p:spPr>
        <p:txBody>
          <a:bodyPr anchorCtr="0" anchor="ctr" bIns="0" lIns="0" spcFirstLastPara="1" rIns="91425" wrap="square" tIns="0">
            <a:noAutofit/>
          </a:bodyPr>
          <a:lstStyle>
            <a:lvl1pPr indent="-330200" lvl="0" marL="457200">
              <a:lnSpc>
                <a:spcPct val="115000"/>
              </a:lnSpc>
              <a:spcBef>
                <a:spcPts val="0"/>
              </a:spcBef>
              <a:spcAft>
                <a:spcPts val="0"/>
              </a:spcAft>
              <a:buClr>
                <a:schemeClr val="accent6"/>
              </a:buClr>
              <a:buSzPts val="1600"/>
              <a:buChar char="●"/>
              <a:defRPr sz="1600">
                <a:solidFill>
                  <a:schemeClr val="accent6"/>
                </a:solidFill>
              </a:defRPr>
            </a:lvl1pPr>
            <a:lvl2pPr indent="-330200" lvl="1" marL="914400">
              <a:lnSpc>
                <a:spcPct val="115000"/>
              </a:lnSpc>
              <a:spcBef>
                <a:spcPts val="1000"/>
              </a:spcBef>
              <a:spcAft>
                <a:spcPts val="0"/>
              </a:spcAft>
              <a:buClr>
                <a:schemeClr val="accent6"/>
              </a:buClr>
              <a:buSzPts val="1600"/>
              <a:buChar char="○"/>
              <a:defRPr sz="1600">
                <a:solidFill>
                  <a:schemeClr val="accent6"/>
                </a:solidFill>
              </a:defRPr>
            </a:lvl2pPr>
            <a:lvl3pPr indent="-330200" lvl="2" marL="1371600">
              <a:lnSpc>
                <a:spcPct val="115000"/>
              </a:lnSpc>
              <a:spcBef>
                <a:spcPts val="1000"/>
              </a:spcBef>
              <a:spcAft>
                <a:spcPts val="0"/>
              </a:spcAft>
              <a:buClr>
                <a:schemeClr val="accent6"/>
              </a:buClr>
              <a:buSzPts val="1600"/>
              <a:buChar char="■"/>
              <a:defRPr sz="1600">
                <a:solidFill>
                  <a:schemeClr val="accent6"/>
                </a:solidFill>
              </a:defRPr>
            </a:lvl3pPr>
            <a:lvl4pPr indent="-330200" lvl="3" marL="1828800">
              <a:lnSpc>
                <a:spcPct val="115000"/>
              </a:lnSpc>
              <a:spcBef>
                <a:spcPts val="1000"/>
              </a:spcBef>
              <a:spcAft>
                <a:spcPts val="0"/>
              </a:spcAft>
              <a:buClr>
                <a:schemeClr val="accent6"/>
              </a:buClr>
              <a:buSzPts val="1600"/>
              <a:buChar char="●"/>
              <a:defRPr sz="1600">
                <a:solidFill>
                  <a:schemeClr val="accent6"/>
                </a:solidFill>
              </a:defRPr>
            </a:lvl4pPr>
            <a:lvl5pPr indent="-330200" lvl="4" marL="2286000">
              <a:lnSpc>
                <a:spcPct val="115000"/>
              </a:lnSpc>
              <a:spcBef>
                <a:spcPts val="1000"/>
              </a:spcBef>
              <a:spcAft>
                <a:spcPts val="0"/>
              </a:spcAft>
              <a:buClr>
                <a:schemeClr val="accent6"/>
              </a:buClr>
              <a:buSzPts val="1600"/>
              <a:buChar char="○"/>
              <a:defRPr sz="1600">
                <a:solidFill>
                  <a:schemeClr val="accent6"/>
                </a:solidFill>
              </a:defRPr>
            </a:lvl5pPr>
            <a:lvl6pPr indent="-330200" lvl="5" marL="2743200">
              <a:lnSpc>
                <a:spcPct val="115000"/>
              </a:lnSpc>
              <a:spcBef>
                <a:spcPts val="1000"/>
              </a:spcBef>
              <a:spcAft>
                <a:spcPts val="0"/>
              </a:spcAft>
              <a:buClr>
                <a:schemeClr val="accent6"/>
              </a:buClr>
              <a:buSzPts val="1600"/>
              <a:buChar char="■"/>
              <a:defRPr sz="1600">
                <a:solidFill>
                  <a:schemeClr val="accent6"/>
                </a:solidFill>
              </a:defRPr>
            </a:lvl6pPr>
            <a:lvl7pPr indent="-330200" lvl="6" marL="3200400">
              <a:lnSpc>
                <a:spcPct val="115000"/>
              </a:lnSpc>
              <a:spcBef>
                <a:spcPts val="1000"/>
              </a:spcBef>
              <a:spcAft>
                <a:spcPts val="0"/>
              </a:spcAft>
              <a:buClr>
                <a:schemeClr val="accent6"/>
              </a:buClr>
              <a:buSzPts val="1600"/>
              <a:buChar char="●"/>
              <a:defRPr sz="1600">
                <a:solidFill>
                  <a:schemeClr val="accent6"/>
                </a:solidFill>
              </a:defRPr>
            </a:lvl7pPr>
            <a:lvl8pPr indent="-330200" lvl="7" marL="3657600">
              <a:lnSpc>
                <a:spcPct val="115000"/>
              </a:lnSpc>
              <a:spcBef>
                <a:spcPts val="1000"/>
              </a:spcBef>
              <a:spcAft>
                <a:spcPts val="0"/>
              </a:spcAft>
              <a:buClr>
                <a:schemeClr val="accent6"/>
              </a:buClr>
              <a:buSzPts val="1600"/>
              <a:buChar char="○"/>
              <a:defRPr sz="1600">
                <a:solidFill>
                  <a:schemeClr val="accent6"/>
                </a:solidFill>
              </a:defRPr>
            </a:lvl8pPr>
            <a:lvl9pPr indent="-330200" lvl="8" marL="4114800">
              <a:lnSpc>
                <a:spcPct val="115000"/>
              </a:lnSpc>
              <a:spcBef>
                <a:spcPts val="1000"/>
              </a:spcBef>
              <a:spcAft>
                <a:spcPts val="1000"/>
              </a:spcAft>
              <a:buClr>
                <a:schemeClr val="accent6"/>
              </a:buClr>
              <a:buSzPts val="1600"/>
              <a:buChar char="■"/>
              <a:defRPr sz="1600">
                <a:solidFill>
                  <a:schemeClr val="accent6"/>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
    <p:bg>
      <p:bgPr>
        <a:solidFill>
          <a:schemeClr val="lt1"/>
        </a:solidFill>
      </p:bgPr>
    </p:bg>
    <p:spTree>
      <p:nvGrpSpPr>
        <p:cNvPr id="350" name="Shape 350"/>
        <p:cNvGrpSpPr/>
        <p:nvPr/>
      </p:nvGrpSpPr>
      <p:grpSpPr>
        <a:xfrm>
          <a:off x="0" y="0"/>
          <a:ext cx="0" cy="0"/>
          <a:chOff x="0" y="0"/>
          <a:chExt cx="0" cy="0"/>
        </a:xfrm>
      </p:grpSpPr>
      <p:sp>
        <p:nvSpPr>
          <p:cNvPr id="351" name="Google Shape;351;p37"/>
          <p:cNvSpPr/>
          <p:nvPr/>
        </p:nvSpPr>
        <p:spPr>
          <a:xfrm>
            <a:off x="0" y="1088675"/>
            <a:ext cx="3627900" cy="4054800"/>
          </a:xfrm>
          <a:prstGeom prst="snip1Rect">
            <a:avLst>
              <a:gd fmla="val 1091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2" name="Google Shape;352;p37"/>
          <p:cNvSpPr txBox="1"/>
          <p:nvPr>
            <p:ph type="title"/>
          </p:nvPr>
        </p:nvSpPr>
        <p:spPr>
          <a:xfrm>
            <a:off x="446100" y="396225"/>
            <a:ext cx="5101800" cy="853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53" name="Google Shape;353;p37"/>
          <p:cNvSpPr txBox="1"/>
          <p:nvPr>
            <p:ph idx="1" type="body"/>
          </p:nvPr>
        </p:nvSpPr>
        <p:spPr>
          <a:xfrm>
            <a:off x="3869875" y="1390269"/>
            <a:ext cx="31734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
        <p:nvSpPr>
          <p:cNvPr id="354" name="Google Shape;354;p37"/>
          <p:cNvSpPr txBox="1"/>
          <p:nvPr>
            <p:ph idx="2" type="body"/>
          </p:nvPr>
        </p:nvSpPr>
        <p:spPr>
          <a:xfrm>
            <a:off x="474675" y="1390150"/>
            <a:ext cx="25713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9">
  <p:cSld name="CUSTOM_1">
    <p:bg>
      <p:bgPr>
        <a:solidFill>
          <a:schemeClr val="accent1"/>
        </a:solidFill>
      </p:bgPr>
    </p:bg>
    <p:spTree>
      <p:nvGrpSpPr>
        <p:cNvPr id="355" name="Shape 355"/>
        <p:cNvGrpSpPr/>
        <p:nvPr/>
      </p:nvGrpSpPr>
      <p:grpSpPr>
        <a:xfrm>
          <a:off x="0" y="0"/>
          <a:ext cx="0" cy="0"/>
          <a:chOff x="0" y="0"/>
          <a:chExt cx="0" cy="0"/>
        </a:xfrm>
      </p:grpSpPr>
      <p:sp>
        <p:nvSpPr>
          <p:cNvPr id="356" name="Google Shape;356;p38"/>
          <p:cNvSpPr/>
          <p:nvPr/>
        </p:nvSpPr>
        <p:spPr>
          <a:xfrm flipH="1">
            <a:off x="433300" y="-6150"/>
            <a:ext cx="8560200" cy="51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7" name="Google Shape;357;p38"/>
          <p:cNvSpPr/>
          <p:nvPr/>
        </p:nvSpPr>
        <p:spPr>
          <a:xfrm flipH="1">
            <a:off x="433300" y="-2175"/>
            <a:ext cx="8415900" cy="515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8" name="Google Shape;358;p38"/>
          <p:cNvSpPr/>
          <p:nvPr/>
        </p:nvSpPr>
        <p:spPr>
          <a:xfrm flipH="1">
            <a:off x="-10550" y="-6150"/>
            <a:ext cx="8710800" cy="5155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9" name="Google Shape;359;p38"/>
          <p:cNvSpPr txBox="1"/>
          <p:nvPr>
            <p:ph type="title"/>
          </p:nvPr>
        </p:nvSpPr>
        <p:spPr>
          <a:xfrm>
            <a:off x="409625" y="401500"/>
            <a:ext cx="4011600" cy="437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360" name="Google Shape;360;p38"/>
          <p:cNvSpPr txBox="1"/>
          <p:nvPr>
            <p:ph idx="2" type="title"/>
          </p:nvPr>
        </p:nvSpPr>
        <p:spPr>
          <a:xfrm>
            <a:off x="420000" y="860450"/>
            <a:ext cx="35112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361" name="Google Shape;361;p38"/>
          <p:cNvSpPr txBox="1"/>
          <p:nvPr>
            <p:ph idx="3" type="title"/>
          </p:nvPr>
        </p:nvSpPr>
        <p:spPr>
          <a:xfrm>
            <a:off x="5128700" y="38960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62" name="Google Shape;362;p38"/>
          <p:cNvSpPr txBox="1"/>
          <p:nvPr>
            <p:ph idx="1" type="subTitle"/>
          </p:nvPr>
        </p:nvSpPr>
        <p:spPr>
          <a:xfrm>
            <a:off x="7258100" y="38960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63" name="Google Shape;363;p38"/>
          <p:cNvSpPr txBox="1"/>
          <p:nvPr>
            <p:ph idx="4" type="title"/>
          </p:nvPr>
        </p:nvSpPr>
        <p:spPr>
          <a:xfrm>
            <a:off x="5128700" y="28383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64" name="Google Shape;364;p38"/>
          <p:cNvSpPr txBox="1"/>
          <p:nvPr>
            <p:ph idx="5" type="subTitle"/>
          </p:nvPr>
        </p:nvSpPr>
        <p:spPr>
          <a:xfrm>
            <a:off x="7258100" y="28383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65" name="Google Shape;365;p38"/>
          <p:cNvSpPr txBox="1"/>
          <p:nvPr>
            <p:ph idx="6" type="title"/>
          </p:nvPr>
        </p:nvSpPr>
        <p:spPr>
          <a:xfrm>
            <a:off x="5128700" y="18129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66" name="Google Shape;366;p38"/>
          <p:cNvSpPr txBox="1"/>
          <p:nvPr>
            <p:ph idx="7" type="subTitle"/>
          </p:nvPr>
        </p:nvSpPr>
        <p:spPr>
          <a:xfrm>
            <a:off x="7258100" y="18129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67" name="Google Shape;367;p38"/>
          <p:cNvSpPr txBox="1"/>
          <p:nvPr>
            <p:ph idx="8" type="title"/>
          </p:nvPr>
        </p:nvSpPr>
        <p:spPr>
          <a:xfrm>
            <a:off x="5128700" y="838600"/>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68" name="Google Shape;368;p38"/>
          <p:cNvSpPr txBox="1"/>
          <p:nvPr>
            <p:ph idx="9" type="subTitle"/>
          </p:nvPr>
        </p:nvSpPr>
        <p:spPr>
          <a:xfrm>
            <a:off x="7258100" y="838600"/>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_1">
    <p:bg>
      <p:bgPr>
        <a:solidFill>
          <a:schemeClr val="accent1"/>
        </a:solidFill>
      </p:bgPr>
    </p:bg>
    <p:spTree>
      <p:nvGrpSpPr>
        <p:cNvPr id="369" name="Shape 369"/>
        <p:cNvGrpSpPr/>
        <p:nvPr/>
      </p:nvGrpSpPr>
      <p:grpSpPr>
        <a:xfrm>
          <a:off x="0" y="0"/>
          <a:ext cx="0" cy="0"/>
          <a:chOff x="0" y="0"/>
          <a:chExt cx="0" cy="0"/>
        </a:xfrm>
      </p:grpSpPr>
      <p:sp>
        <p:nvSpPr>
          <p:cNvPr id="370" name="Google Shape;370;p39"/>
          <p:cNvSpPr/>
          <p:nvPr/>
        </p:nvSpPr>
        <p:spPr>
          <a:xfrm flipH="1">
            <a:off x="433300" y="0"/>
            <a:ext cx="85602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71" name="Google Shape;371;p39"/>
          <p:cNvSpPr/>
          <p:nvPr/>
        </p:nvSpPr>
        <p:spPr>
          <a:xfrm flipH="1">
            <a:off x="433300" y="0"/>
            <a:ext cx="84159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72" name="Google Shape;372;p39"/>
          <p:cNvSpPr/>
          <p:nvPr/>
        </p:nvSpPr>
        <p:spPr>
          <a:xfrm flipH="1">
            <a:off x="-10550" y="0"/>
            <a:ext cx="87108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73" name="Google Shape;373;p39"/>
          <p:cNvSpPr/>
          <p:nvPr/>
        </p:nvSpPr>
        <p:spPr>
          <a:xfrm>
            <a:off x="1504259" y="3582046"/>
            <a:ext cx="3354000" cy="10377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74" name="Google Shape;374;p39"/>
          <p:cNvSpPr txBox="1"/>
          <p:nvPr>
            <p:ph type="title"/>
          </p:nvPr>
        </p:nvSpPr>
        <p:spPr>
          <a:xfrm>
            <a:off x="2131600" y="3667325"/>
            <a:ext cx="2026500" cy="367200"/>
          </a:xfrm>
          <a:prstGeom prst="rect">
            <a:avLst/>
          </a:prstGeom>
        </p:spPr>
        <p:txBody>
          <a:bodyPr anchorCtr="0" anchor="ctr" bIns="0" lIns="0" spcFirstLastPara="1" rIns="91425" wrap="square" tIns="0">
            <a:noAutofit/>
          </a:bodyPr>
          <a:lstStyle>
            <a:lvl1pPr lvl="0" algn="ctr">
              <a:lnSpc>
                <a:spcPct val="100000"/>
              </a:lnSpc>
              <a:spcBef>
                <a:spcPts val="0"/>
              </a:spcBef>
              <a:spcAft>
                <a:spcPts val="0"/>
              </a:spcAft>
              <a:buClr>
                <a:schemeClr val="dk1"/>
              </a:buClr>
              <a:buSzPts val="3000"/>
              <a:buNone/>
              <a:defRPr sz="10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75" name="Google Shape;375;p39"/>
          <p:cNvSpPr txBox="1"/>
          <p:nvPr>
            <p:ph idx="1" type="subTitle"/>
          </p:nvPr>
        </p:nvSpPr>
        <p:spPr>
          <a:xfrm>
            <a:off x="1917225" y="4072850"/>
            <a:ext cx="2536500" cy="546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376" name="Google Shape;376;p39"/>
          <p:cNvSpPr/>
          <p:nvPr>
            <p:ph idx="2" type="pic"/>
          </p:nvPr>
        </p:nvSpPr>
        <p:spPr>
          <a:xfrm>
            <a:off x="387475" y="3575855"/>
            <a:ext cx="1309500" cy="1050000"/>
          </a:xfrm>
          <a:prstGeom prst="snip1Rect">
            <a:avLst>
              <a:gd fmla="val 16667" name="adj"/>
            </a:avLst>
          </a:prstGeom>
          <a:noFill/>
          <a:ln>
            <a:noFill/>
          </a:ln>
        </p:spPr>
      </p:sp>
      <p:sp>
        <p:nvSpPr>
          <p:cNvPr id="377" name="Google Shape;377;p39"/>
          <p:cNvSpPr txBox="1"/>
          <p:nvPr>
            <p:ph idx="3" type="title"/>
          </p:nvPr>
        </p:nvSpPr>
        <p:spPr>
          <a:xfrm>
            <a:off x="409500" y="1578275"/>
            <a:ext cx="33540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378" name="Google Shape;378;p39"/>
          <p:cNvSpPr txBox="1"/>
          <p:nvPr>
            <p:ph idx="4" type="title"/>
          </p:nvPr>
        </p:nvSpPr>
        <p:spPr>
          <a:xfrm>
            <a:off x="409500" y="401500"/>
            <a:ext cx="3748500" cy="1091100"/>
          </a:xfrm>
          <a:prstGeom prst="rect">
            <a:avLst/>
          </a:prstGeom>
        </p:spPr>
        <p:txBody>
          <a:bodyPr anchorCtr="0" anchor="ctr" bIns="0" lIns="0" spcFirstLastPara="1" rIns="91425" wrap="square" tIns="0">
            <a:noAutofit/>
          </a:bodyPr>
          <a:lstStyle>
            <a:lvl1pPr lvl="0">
              <a:lnSpc>
                <a:spcPct val="90000"/>
              </a:lnSpc>
              <a:spcBef>
                <a:spcPts val="0"/>
              </a:spcBef>
              <a:spcAft>
                <a:spcPts val="0"/>
              </a:spcAft>
              <a:buClr>
                <a:schemeClr val="dk1"/>
              </a:buClr>
              <a:buSzPts val="4800"/>
              <a:buNone/>
              <a:defRPr sz="4800"/>
            </a:lvl1pPr>
            <a:lvl2pPr lvl="1">
              <a:spcBef>
                <a:spcPts val="0"/>
              </a:spcBef>
              <a:spcAft>
                <a:spcPts val="0"/>
              </a:spcAft>
              <a:buClr>
                <a:schemeClr val="dk1"/>
              </a:buClr>
              <a:buSzPts val="4800"/>
              <a:buNone/>
              <a:defRPr sz="4800">
                <a:latin typeface="Quantico"/>
                <a:ea typeface="Quantico"/>
                <a:cs typeface="Quantico"/>
                <a:sym typeface="Quantico"/>
              </a:defRPr>
            </a:lvl2pPr>
            <a:lvl3pPr lvl="2">
              <a:spcBef>
                <a:spcPts val="0"/>
              </a:spcBef>
              <a:spcAft>
                <a:spcPts val="0"/>
              </a:spcAft>
              <a:buClr>
                <a:schemeClr val="dk1"/>
              </a:buClr>
              <a:buSzPts val="4800"/>
              <a:buNone/>
              <a:defRPr sz="4800">
                <a:latin typeface="Quantico"/>
                <a:ea typeface="Quantico"/>
                <a:cs typeface="Quantico"/>
                <a:sym typeface="Quantico"/>
              </a:defRPr>
            </a:lvl3pPr>
            <a:lvl4pPr lvl="3">
              <a:spcBef>
                <a:spcPts val="0"/>
              </a:spcBef>
              <a:spcAft>
                <a:spcPts val="0"/>
              </a:spcAft>
              <a:buClr>
                <a:schemeClr val="dk1"/>
              </a:buClr>
              <a:buSzPts val="4800"/>
              <a:buNone/>
              <a:defRPr sz="4800">
                <a:latin typeface="Quantico"/>
                <a:ea typeface="Quantico"/>
                <a:cs typeface="Quantico"/>
                <a:sym typeface="Quantico"/>
              </a:defRPr>
            </a:lvl4pPr>
            <a:lvl5pPr lvl="4">
              <a:spcBef>
                <a:spcPts val="0"/>
              </a:spcBef>
              <a:spcAft>
                <a:spcPts val="0"/>
              </a:spcAft>
              <a:buClr>
                <a:schemeClr val="dk1"/>
              </a:buClr>
              <a:buSzPts val="4800"/>
              <a:buNone/>
              <a:defRPr sz="4800">
                <a:latin typeface="Quantico"/>
                <a:ea typeface="Quantico"/>
                <a:cs typeface="Quantico"/>
                <a:sym typeface="Quantico"/>
              </a:defRPr>
            </a:lvl5pPr>
            <a:lvl6pPr lvl="5">
              <a:spcBef>
                <a:spcPts val="0"/>
              </a:spcBef>
              <a:spcAft>
                <a:spcPts val="0"/>
              </a:spcAft>
              <a:buClr>
                <a:schemeClr val="dk1"/>
              </a:buClr>
              <a:buSzPts val="4800"/>
              <a:buNone/>
              <a:defRPr sz="4800">
                <a:latin typeface="Quantico"/>
                <a:ea typeface="Quantico"/>
                <a:cs typeface="Quantico"/>
                <a:sym typeface="Quantico"/>
              </a:defRPr>
            </a:lvl6pPr>
            <a:lvl7pPr lvl="6">
              <a:spcBef>
                <a:spcPts val="0"/>
              </a:spcBef>
              <a:spcAft>
                <a:spcPts val="0"/>
              </a:spcAft>
              <a:buClr>
                <a:schemeClr val="dk1"/>
              </a:buClr>
              <a:buSzPts val="4800"/>
              <a:buNone/>
              <a:defRPr sz="4800">
                <a:latin typeface="Quantico"/>
                <a:ea typeface="Quantico"/>
                <a:cs typeface="Quantico"/>
                <a:sym typeface="Quantico"/>
              </a:defRPr>
            </a:lvl7pPr>
            <a:lvl8pPr lvl="7">
              <a:spcBef>
                <a:spcPts val="0"/>
              </a:spcBef>
              <a:spcAft>
                <a:spcPts val="0"/>
              </a:spcAft>
              <a:buClr>
                <a:schemeClr val="dk1"/>
              </a:buClr>
              <a:buSzPts val="4800"/>
              <a:buNone/>
              <a:defRPr sz="4800">
                <a:latin typeface="Quantico"/>
                <a:ea typeface="Quantico"/>
                <a:cs typeface="Quantico"/>
                <a:sym typeface="Quantico"/>
              </a:defRPr>
            </a:lvl8pPr>
            <a:lvl9pPr lvl="8">
              <a:spcBef>
                <a:spcPts val="0"/>
              </a:spcBef>
              <a:spcAft>
                <a:spcPts val="0"/>
              </a:spcAft>
              <a:buClr>
                <a:schemeClr val="dk1"/>
              </a:buClr>
              <a:buSzPts val="4800"/>
              <a:buNone/>
              <a:defRPr sz="4800">
                <a:latin typeface="Quantico"/>
                <a:ea typeface="Quantico"/>
                <a:cs typeface="Quantico"/>
                <a:sym typeface="Quantico"/>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79" name="Shape 379"/>
        <p:cNvGrpSpPr/>
        <p:nvPr/>
      </p:nvGrpSpPr>
      <p:grpSpPr>
        <a:xfrm>
          <a:off x="0" y="0"/>
          <a:ext cx="0" cy="0"/>
          <a:chOff x="0" y="0"/>
          <a:chExt cx="0" cy="0"/>
        </a:xfrm>
      </p:grpSpPr>
      <p:sp>
        <p:nvSpPr>
          <p:cNvPr id="380" name="Google Shape;380;p40"/>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1" name="Shape 381"/>
        <p:cNvGrpSpPr/>
        <p:nvPr/>
      </p:nvGrpSpPr>
      <p:grpSpPr>
        <a:xfrm>
          <a:off x="0" y="0"/>
          <a:ext cx="0" cy="0"/>
          <a:chOff x="0" y="0"/>
          <a:chExt cx="0" cy="0"/>
        </a:xfrm>
      </p:grpSpPr>
      <p:sp>
        <p:nvSpPr>
          <p:cNvPr id="382" name="Google Shape;382;p41"/>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3" name="Google Shape;383;p41"/>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4" name="Shape 384"/>
        <p:cNvGrpSpPr/>
        <p:nvPr/>
      </p:nvGrpSpPr>
      <p:grpSpPr>
        <a:xfrm>
          <a:off x="0" y="0"/>
          <a:ext cx="0" cy="0"/>
          <a:chOff x="0" y="0"/>
          <a:chExt cx="0" cy="0"/>
        </a:xfrm>
      </p:grpSpPr>
      <p:sp>
        <p:nvSpPr>
          <p:cNvPr id="385" name="Google Shape;385;p42"/>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86" name="Shape 386"/>
        <p:cNvGrpSpPr/>
        <p:nvPr/>
      </p:nvGrpSpPr>
      <p:grpSpPr>
        <a:xfrm>
          <a:off x="0" y="0"/>
          <a:ext cx="0" cy="0"/>
          <a:chOff x="0" y="0"/>
          <a:chExt cx="0" cy="0"/>
        </a:xfrm>
      </p:grpSpPr>
      <p:sp>
        <p:nvSpPr>
          <p:cNvPr id="387" name="Google Shape;387;p43"/>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8" name="Google Shape;388;p43"/>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9" name="Shape 389"/>
        <p:cNvGrpSpPr/>
        <p:nvPr/>
      </p:nvGrpSpPr>
      <p:grpSpPr>
        <a:xfrm>
          <a:off x="0" y="0"/>
          <a:ext cx="0" cy="0"/>
          <a:chOff x="0" y="0"/>
          <a:chExt cx="0" cy="0"/>
        </a:xfrm>
      </p:grpSpPr>
      <p:sp>
        <p:nvSpPr>
          <p:cNvPr id="390" name="Google Shape;390;p44"/>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1" name="Shape 391"/>
        <p:cNvGrpSpPr/>
        <p:nvPr/>
      </p:nvGrpSpPr>
      <p:grpSpPr>
        <a:xfrm>
          <a:off x="0" y="0"/>
          <a:ext cx="0" cy="0"/>
          <a:chOff x="0" y="0"/>
          <a:chExt cx="0" cy="0"/>
        </a:xfrm>
      </p:grpSpPr>
      <p:sp>
        <p:nvSpPr>
          <p:cNvPr id="392" name="Google Shape;392;p45"/>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3" name="Google Shape;393;p45"/>
          <p:cNvSpPr txBox="1"/>
          <p:nvPr>
            <p:ph idx="1" type="subTitle"/>
          </p:nvPr>
        </p:nvSpPr>
        <p:spPr>
          <a:xfrm>
            <a:off x="265500" y="2803075"/>
            <a:ext cx="4045200" cy="1235100"/>
          </a:xfrm>
          <a:prstGeom prst="rect">
            <a:avLst/>
          </a:prstGeom>
        </p:spPr>
        <p:txBody>
          <a:bodyPr anchorCtr="0" anchor="t" bIns="0" lIns="0" spcFirstLastPara="1" rIns="91425"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1000"/>
              </a:spcBef>
              <a:spcAft>
                <a:spcPts val="0"/>
              </a:spcAft>
              <a:buSzPts val="2100"/>
              <a:buNone/>
              <a:defRPr sz="2100"/>
            </a:lvl2pPr>
            <a:lvl3pPr lvl="2" algn="ctr">
              <a:lnSpc>
                <a:spcPct val="100000"/>
              </a:lnSpc>
              <a:spcBef>
                <a:spcPts val="1000"/>
              </a:spcBef>
              <a:spcAft>
                <a:spcPts val="0"/>
              </a:spcAft>
              <a:buSzPts val="2100"/>
              <a:buNone/>
              <a:defRPr sz="2100"/>
            </a:lvl3pPr>
            <a:lvl4pPr lvl="3" algn="ctr">
              <a:lnSpc>
                <a:spcPct val="100000"/>
              </a:lnSpc>
              <a:spcBef>
                <a:spcPts val="1000"/>
              </a:spcBef>
              <a:spcAft>
                <a:spcPts val="0"/>
              </a:spcAft>
              <a:buSzPts val="2100"/>
              <a:buNone/>
              <a:defRPr sz="2100"/>
            </a:lvl4pPr>
            <a:lvl5pPr lvl="4" algn="ctr">
              <a:lnSpc>
                <a:spcPct val="100000"/>
              </a:lnSpc>
              <a:spcBef>
                <a:spcPts val="1000"/>
              </a:spcBef>
              <a:spcAft>
                <a:spcPts val="0"/>
              </a:spcAft>
              <a:buSzPts val="2100"/>
              <a:buNone/>
              <a:defRPr sz="2100"/>
            </a:lvl5pPr>
            <a:lvl6pPr lvl="5" algn="ctr">
              <a:lnSpc>
                <a:spcPct val="100000"/>
              </a:lnSpc>
              <a:spcBef>
                <a:spcPts val="1000"/>
              </a:spcBef>
              <a:spcAft>
                <a:spcPts val="0"/>
              </a:spcAft>
              <a:buSzPts val="2100"/>
              <a:buNone/>
              <a:defRPr sz="2100"/>
            </a:lvl6pPr>
            <a:lvl7pPr lvl="6" algn="ctr">
              <a:lnSpc>
                <a:spcPct val="100000"/>
              </a:lnSpc>
              <a:spcBef>
                <a:spcPts val="1000"/>
              </a:spcBef>
              <a:spcAft>
                <a:spcPts val="0"/>
              </a:spcAft>
              <a:buSzPts val="2100"/>
              <a:buNone/>
              <a:defRPr sz="2100"/>
            </a:lvl7pPr>
            <a:lvl8pPr lvl="7" algn="ctr">
              <a:lnSpc>
                <a:spcPct val="100000"/>
              </a:lnSpc>
              <a:spcBef>
                <a:spcPts val="1000"/>
              </a:spcBef>
              <a:spcAft>
                <a:spcPts val="0"/>
              </a:spcAft>
              <a:buSzPts val="2100"/>
              <a:buNone/>
              <a:defRPr sz="2100"/>
            </a:lvl8pPr>
            <a:lvl9pPr lvl="8" algn="ctr">
              <a:lnSpc>
                <a:spcPct val="100000"/>
              </a:lnSpc>
              <a:spcBef>
                <a:spcPts val="1000"/>
              </a:spcBef>
              <a:spcAft>
                <a:spcPts val="0"/>
              </a:spcAft>
              <a:buSzPts val="2100"/>
              <a:buNone/>
              <a:defRPr sz="2100"/>
            </a:lvl9pPr>
          </a:lstStyle>
          <a:p/>
        </p:txBody>
      </p:sp>
      <p:sp>
        <p:nvSpPr>
          <p:cNvPr id="394" name="Google Shape;394;p45"/>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95" name="Shape 395"/>
        <p:cNvGrpSpPr/>
        <p:nvPr/>
      </p:nvGrpSpPr>
      <p:grpSpPr>
        <a:xfrm>
          <a:off x="0" y="0"/>
          <a:ext cx="0" cy="0"/>
          <a:chOff x="0" y="0"/>
          <a:chExt cx="0" cy="0"/>
        </a:xfrm>
      </p:grpSpPr>
      <p:sp>
        <p:nvSpPr>
          <p:cNvPr id="396" name="Google Shape;396;p46"/>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97" name="Shape 397"/>
        <p:cNvGrpSpPr/>
        <p:nvPr/>
      </p:nvGrpSpPr>
      <p:grpSpPr>
        <a:xfrm>
          <a:off x="0" y="0"/>
          <a:ext cx="0" cy="0"/>
          <a:chOff x="0" y="0"/>
          <a:chExt cx="0" cy="0"/>
        </a:xfrm>
      </p:grpSpPr>
      <p:sp>
        <p:nvSpPr>
          <p:cNvPr id="398" name="Google Shape;398;p47"/>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99" name="Google Shape;399;p47"/>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2100" lvl="0" marL="457200" algn="ctr">
              <a:spcBef>
                <a:spcPts val="0"/>
              </a:spcBef>
              <a:spcAft>
                <a:spcPts val="0"/>
              </a:spcAft>
              <a:buSzPts val="1000"/>
              <a:buChar char="●"/>
              <a:defRPr/>
            </a:lvl1pPr>
            <a:lvl2pPr indent="-292100" lvl="1" marL="914400" algn="ctr">
              <a:spcBef>
                <a:spcPts val="1000"/>
              </a:spcBef>
              <a:spcAft>
                <a:spcPts val="0"/>
              </a:spcAft>
              <a:buSzPts val="1000"/>
              <a:buChar char="○"/>
              <a:defRPr/>
            </a:lvl2pPr>
            <a:lvl3pPr indent="-292100" lvl="2" marL="1371600" algn="ctr">
              <a:spcBef>
                <a:spcPts val="1000"/>
              </a:spcBef>
              <a:spcAft>
                <a:spcPts val="0"/>
              </a:spcAft>
              <a:buSzPts val="1000"/>
              <a:buChar char="■"/>
              <a:defRPr/>
            </a:lvl3pPr>
            <a:lvl4pPr indent="-292100" lvl="3" marL="1828800" algn="ctr">
              <a:spcBef>
                <a:spcPts val="1000"/>
              </a:spcBef>
              <a:spcAft>
                <a:spcPts val="0"/>
              </a:spcAft>
              <a:buSzPts val="1000"/>
              <a:buChar char="●"/>
              <a:defRPr/>
            </a:lvl4pPr>
            <a:lvl5pPr indent="-292100" lvl="4" marL="2286000" algn="ctr">
              <a:spcBef>
                <a:spcPts val="1000"/>
              </a:spcBef>
              <a:spcAft>
                <a:spcPts val="0"/>
              </a:spcAft>
              <a:buSzPts val="1000"/>
              <a:buChar char="○"/>
              <a:defRPr/>
            </a:lvl5pPr>
            <a:lvl6pPr indent="-292100" lvl="5" marL="2743200" algn="ctr">
              <a:spcBef>
                <a:spcPts val="1000"/>
              </a:spcBef>
              <a:spcAft>
                <a:spcPts val="0"/>
              </a:spcAft>
              <a:buSzPts val="1000"/>
              <a:buChar char="■"/>
              <a:defRPr/>
            </a:lvl6pPr>
            <a:lvl7pPr indent="-292100" lvl="6" marL="3200400" algn="ctr">
              <a:spcBef>
                <a:spcPts val="1000"/>
              </a:spcBef>
              <a:spcAft>
                <a:spcPts val="0"/>
              </a:spcAft>
              <a:buSzPts val="1000"/>
              <a:buChar char="●"/>
              <a:defRPr/>
            </a:lvl7pPr>
            <a:lvl8pPr indent="-292100" lvl="7" marL="3657600" algn="ctr">
              <a:spcBef>
                <a:spcPts val="1000"/>
              </a:spcBef>
              <a:spcAft>
                <a:spcPts val="0"/>
              </a:spcAft>
              <a:buSzPts val="1000"/>
              <a:buChar char="○"/>
              <a:defRPr/>
            </a:lvl8pPr>
            <a:lvl9pPr indent="-292100" lvl="8" marL="4114800" algn="ctr">
              <a:spcBef>
                <a:spcPts val="1000"/>
              </a:spcBef>
              <a:spcAft>
                <a:spcPts val="1000"/>
              </a:spcAft>
              <a:buSzPts val="10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0" name="Shape 40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1" name="Shape 401"/>
        <p:cNvGrpSpPr/>
        <p:nvPr/>
      </p:nvGrpSpPr>
      <p:grpSpPr>
        <a:xfrm>
          <a:off x="0" y="0"/>
          <a:ext cx="0" cy="0"/>
          <a:chOff x="0" y="0"/>
          <a:chExt cx="0" cy="0"/>
        </a:xfrm>
      </p:grpSpPr>
      <p:sp>
        <p:nvSpPr>
          <p:cNvPr id="402" name="Google Shape;402;p49"/>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3" name="Google Shape;403;p49"/>
          <p:cNvSpPr txBox="1"/>
          <p:nvPr>
            <p:ph idx="1" type="subTitle"/>
          </p:nvPr>
        </p:nvSpPr>
        <p:spPr>
          <a:xfrm>
            <a:off x="4406650" y="39375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4" name="Google Shape;404;p49"/>
          <p:cNvSpPr txBox="1"/>
          <p:nvPr>
            <p:ph idx="2" type="subTitle"/>
          </p:nvPr>
        </p:nvSpPr>
        <p:spPr>
          <a:xfrm>
            <a:off x="4406650" y="115170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5" name="Google Shape;405;p49"/>
          <p:cNvSpPr txBox="1"/>
          <p:nvPr>
            <p:ph idx="3" type="subTitle"/>
          </p:nvPr>
        </p:nvSpPr>
        <p:spPr>
          <a:xfrm>
            <a:off x="4406650" y="342557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6" name="Google Shape;406;p49"/>
          <p:cNvSpPr txBox="1"/>
          <p:nvPr>
            <p:ph idx="4" type="subTitle"/>
          </p:nvPr>
        </p:nvSpPr>
        <p:spPr>
          <a:xfrm>
            <a:off x="4406650" y="190966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7" name="Google Shape;407;p49"/>
          <p:cNvSpPr txBox="1"/>
          <p:nvPr>
            <p:ph idx="5" type="subTitle"/>
          </p:nvPr>
        </p:nvSpPr>
        <p:spPr>
          <a:xfrm>
            <a:off x="4406650" y="418352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8" name="Google Shape;408;p49"/>
          <p:cNvSpPr txBox="1"/>
          <p:nvPr>
            <p:ph idx="6" type="subTitle"/>
          </p:nvPr>
        </p:nvSpPr>
        <p:spPr>
          <a:xfrm>
            <a:off x="4406650" y="266761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9" name="Shape 409"/>
        <p:cNvGrpSpPr/>
        <p:nvPr/>
      </p:nvGrpSpPr>
      <p:grpSpPr>
        <a:xfrm>
          <a:off x="0" y="0"/>
          <a:ext cx="0" cy="0"/>
          <a:chOff x="0" y="0"/>
          <a:chExt cx="0" cy="0"/>
        </a:xfrm>
      </p:grpSpPr>
      <p:sp>
        <p:nvSpPr>
          <p:cNvPr id="410" name="Google Shape;410;p50"/>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1" name="Google Shape;411;p50"/>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12" name="Google Shape;412;p5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13" name="Shape 413"/>
        <p:cNvGrpSpPr/>
        <p:nvPr/>
      </p:nvGrpSpPr>
      <p:grpSpPr>
        <a:xfrm>
          <a:off x="0" y="0"/>
          <a:ext cx="0" cy="0"/>
          <a:chOff x="0" y="0"/>
          <a:chExt cx="0" cy="0"/>
        </a:xfrm>
      </p:grpSpPr>
      <p:sp>
        <p:nvSpPr>
          <p:cNvPr id="414" name="Google Shape;414;p51"/>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5" name="Google Shape;415;p51"/>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16" name="Google Shape;416;p51"/>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17" name="Google Shape;417;p51"/>
          <p:cNvSpPr txBox="1"/>
          <p:nvPr>
            <p:ph idx="3" type="subTitle"/>
          </p:nvPr>
        </p:nvSpPr>
        <p:spPr>
          <a:xfrm>
            <a:off x="48315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18" name="Google Shape;418;p51"/>
          <p:cNvSpPr txBox="1"/>
          <p:nvPr>
            <p:ph idx="4" type="subTitle"/>
          </p:nvPr>
        </p:nvSpPr>
        <p:spPr>
          <a:xfrm>
            <a:off x="504800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9" name="Shape 419"/>
        <p:cNvGrpSpPr/>
        <p:nvPr/>
      </p:nvGrpSpPr>
      <p:grpSpPr>
        <a:xfrm>
          <a:off x="0" y="0"/>
          <a:ext cx="0" cy="0"/>
          <a:chOff x="0" y="0"/>
          <a:chExt cx="0" cy="0"/>
        </a:xfrm>
      </p:grpSpPr>
      <p:sp>
        <p:nvSpPr>
          <p:cNvPr id="420" name="Google Shape;420;p52"/>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21" name="Google Shape;421;p52"/>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22" name="Google Shape;422;p52"/>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3" name="Google Shape;423;p52"/>
          <p:cNvSpPr txBox="1"/>
          <p:nvPr>
            <p:ph idx="3" type="subTitle"/>
          </p:nvPr>
        </p:nvSpPr>
        <p:spPr>
          <a:xfrm>
            <a:off x="4831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24" name="Google Shape;424;p52"/>
          <p:cNvSpPr txBox="1"/>
          <p:nvPr>
            <p:ph idx="4" type="subTitle"/>
          </p:nvPr>
        </p:nvSpPr>
        <p:spPr>
          <a:xfrm>
            <a:off x="334772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25" name="Google Shape;425;p52"/>
          <p:cNvSpPr txBox="1"/>
          <p:nvPr>
            <p:ph idx="5" type="subTitle"/>
          </p:nvPr>
        </p:nvSpPr>
        <p:spPr>
          <a:xfrm>
            <a:off x="62122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26" name="Google Shape;426;p52"/>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27" name="Shape 427"/>
        <p:cNvGrpSpPr/>
        <p:nvPr/>
      </p:nvGrpSpPr>
      <p:grpSpPr>
        <a:xfrm>
          <a:off x="0" y="0"/>
          <a:ext cx="0" cy="0"/>
          <a:chOff x="0" y="0"/>
          <a:chExt cx="0" cy="0"/>
        </a:xfrm>
      </p:grpSpPr>
      <p:sp>
        <p:nvSpPr>
          <p:cNvPr id="428" name="Google Shape;428;p53"/>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29" name="Google Shape;429;p53"/>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30" name="Google Shape;430;p53"/>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31" name="Google Shape;431;p53"/>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32" name="Google Shape;432;p53"/>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3" name="Google Shape;433;p53"/>
          <p:cNvSpPr txBox="1"/>
          <p:nvPr>
            <p:ph idx="5" type="subTitle"/>
          </p:nvPr>
        </p:nvSpPr>
        <p:spPr>
          <a:xfrm>
            <a:off x="366763"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34" name="Google Shape;434;p53"/>
          <p:cNvSpPr txBox="1"/>
          <p:nvPr>
            <p:ph idx="6" type="subTitle"/>
          </p:nvPr>
        </p:nvSpPr>
        <p:spPr>
          <a:xfrm>
            <a:off x="4938738"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35" name="Google Shape;435;p53"/>
          <p:cNvSpPr txBox="1"/>
          <p:nvPr>
            <p:ph idx="7" type="subTitle"/>
          </p:nvPr>
        </p:nvSpPr>
        <p:spPr>
          <a:xfrm>
            <a:off x="4938761"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36" name="Google Shape;436;p53"/>
          <p:cNvSpPr txBox="1"/>
          <p:nvPr>
            <p:ph idx="8" type="subTitle"/>
          </p:nvPr>
        </p:nvSpPr>
        <p:spPr>
          <a:xfrm>
            <a:off x="366750"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37" name="Shape 437"/>
        <p:cNvGrpSpPr/>
        <p:nvPr/>
      </p:nvGrpSpPr>
      <p:grpSpPr>
        <a:xfrm>
          <a:off x="0" y="0"/>
          <a:ext cx="0" cy="0"/>
          <a:chOff x="0" y="0"/>
          <a:chExt cx="0" cy="0"/>
        </a:xfrm>
      </p:grpSpPr>
      <p:sp>
        <p:nvSpPr>
          <p:cNvPr id="438" name="Google Shape;438;p54"/>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9" name="Google Shape;439;p5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0" name="Shape 440"/>
        <p:cNvGrpSpPr/>
        <p:nvPr/>
      </p:nvGrpSpPr>
      <p:grpSpPr>
        <a:xfrm>
          <a:off x="0" y="0"/>
          <a:ext cx="0" cy="0"/>
          <a:chOff x="0" y="0"/>
          <a:chExt cx="0" cy="0"/>
        </a:xfrm>
      </p:grpSpPr>
      <p:sp>
        <p:nvSpPr>
          <p:cNvPr id="441" name="Google Shape;441;p55"/>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42" name="Google Shape;442;p55"/>
          <p:cNvSpPr/>
          <p:nvPr>
            <p:ph idx="2" type="pic"/>
          </p:nvPr>
        </p:nvSpPr>
        <p:spPr>
          <a:xfrm>
            <a:off x="4804825" y="1133300"/>
            <a:ext cx="4027500" cy="2392800"/>
          </a:xfrm>
          <a:prstGeom prst="rect">
            <a:avLst/>
          </a:prstGeom>
          <a:noFill/>
          <a:ln>
            <a:noFill/>
          </a:ln>
        </p:spPr>
      </p:sp>
      <p:sp>
        <p:nvSpPr>
          <p:cNvPr id="443" name="Google Shape;443;p55"/>
          <p:cNvSpPr/>
          <p:nvPr>
            <p:ph idx="3" type="pic"/>
          </p:nvPr>
        </p:nvSpPr>
        <p:spPr>
          <a:xfrm>
            <a:off x="311725" y="1133300"/>
            <a:ext cx="4027500" cy="2392800"/>
          </a:xfrm>
          <a:prstGeom prst="rect">
            <a:avLst/>
          </a:prstGeom>
          <a:noFill/>
          <a:ln>
            <a:noFill/>
          </a:ln>
        </p:spPr>
      </p:sp>
      <p:sp>
        <p:nvSpPr>
          <p:cNvPr id="444" name="Google Shape;444;p55"/>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45" name="Google Shape;445;p55"/>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6" name="Google Shape;446;p55"/>
          <p:cNvSpPr txBox="1"/>
          <p:nvPr>
            <p:ph idx="5" type="subTitle"/>
          </p:nvPr>
        </p:nvSpPr>
        <p:spPr>
          <a:xfrm>
            <a:off x="3117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47" name="Google Shape;447;p55"/>
          <p:cNvSpPr txBox="1"/>
          <p:nvPr>
            <p:ph idx="6" type="subTitle"/>
          </p:nvPr>
        </p:nvSpPr>
        <p:spPr>
          <a:xfrm>
            <a:off x="48048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8" name="Shape 448"/>
        <p:cNvGrpSpPr/>
        <p:nvPr/>
      </p:nvGrpSpPr>
      <p:grpSpPr>
        <a:xfrm>
          <a:off x="0" y="0"/>
          <a:ext cx="0" cy="0"/>
          <a:chOff x="0" y="0"/>
          <a:chExt cx="0" cy="0"/>
        </a:xfrm>
      </p:grpSpPr>
      <p:sp>
        <p:nvSpPr>
          <p:cNvPr id="449" name="Google Shape;449;p56"/>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50" name="Google Shape;450;p56"/>
          <p:cNvSpPr/>
          <p:nvPr>
            <p:ph idx="2" type="pic"/>
          </p:nvPr>
        </p:nvSpPr>
        <p:spPr>
          <a:xfrm>
            <a:off x="6205225" y="1128325"/>
            <a:ext cx="2627100" cy="2273100"/>
          </a:xfrm>
          <a:prstGeom prst="rect">
            <a:avLst/>
          </a:prstGeom>
          <a:noFill/>
          <a:ln>
            <a:noFill/>
          </a:ln>
        </p:spPr>
      </p:sp>
      <p:sp>
        <p:nvSpPr>
          <p:cNvPr id="451" name="Google Shape;451;p56"/>
          <p:cNvSpPr/>
          <p:nvPr>
            <p:ph idx="3" type="pic"/>
          </p:nvPr>
        </p:nvSpPr>
        <p:spPr>
          <a:xfrm>
            <a:off x="311725" y="1128325"/>
            <a:ext cx="2627100" cy="2273100"/>
          </a:xfrm>
          <a:prstGeom prst="rect">
            <a:avLst/>
          </a:prstGeom>
          <a:noFill/>
          <a:ln>
            <a:noFill/>
          </a:ln>
        </p:spPr>
      </p:sp>
      <p:sp>
        <p:nvSpPr>
          <p:cNvPr id="452" name="Google Shape;452;p56"/>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53" name="Google Shape;453;p56"/>
          <p:cNvSpPr/>
          <p:nvPr>
            <p:ph idx="5" type="pic"/>
          </p:nvPr>
        </p:nvSpPr>
        <p:spPr>
          <a:xfrm>
            <a:off x="3255250" y="1128325"/>
            <a:ext cx="2627100" cy="2273100"/>
          </a:xfrm>
          <a:prstGeom prst="rect">
            <a:avLst/>
          </a:prstGeom>
          <a:noFill/>
          <a:ln>
            <a:noFill/>
          </a:ln>
        </p:spPr>
      </p:sp>
      <p:sp>
        <p:nvSpPr>
          <p:cNvPr id="454" name="Google Shape;454;p56"/>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55" name="Google Shape;455;p56"/>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6" name="Google Shape;456;p56"/>
          <p:cNvSpPr txBox="1"/>
          <p:nvPr>
            <p:ph idx="7" type="subTitle"/>
          </p:nvPr>
        </p:nvSpPr>
        <p:spPr>
          <a:xfrm>
            <a:off x="3117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57" name="Google Shape;457;p56"/>
          <p:cNvSpPr txBox="1"/>
          <p:nvPr>
            <p:ph idx="8" type="subTitle"/>
          </p:nvPr>
        </p:nvSpPr>
        <p:spPr>
          <a:xfrm>
            <a:off x="62052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58" name="Google Shape;458;p56"/>
          <p:cNvSpPr txBox="1"/>
          <p:nvPr>
            <p:ph idx="9" type="subTitle"/>
          </p:nvPr>
        </p:nvSpPr>
        <p:spPr>
          <a:xfrm>
            <a:off x="3255250"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9" name="Shape 459"/>
        <p:cNvGrpSpPr/>
        <p:nvPr/>
      </p:nvGrpSpPr>
      <p:grpSpPr>
        <a:xfrm>
          <a:off x="0" y="0"/>
          <a:ext cx="0" cy="0"/>
          <a:chOff x="0" y="0"/>
          <a:chExt cx="0" cy="0"/>
        </a:xfrm>
      </p:grpSpPr>
      <p:sp>
        <p:nvSpPr>
          <p:cNvPr id="460" name="Google Shape;460;p5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1" name="Shape 461"/>
        <p:cNvGrpSpPr/>
        <p:nvPr/>
      </p:nvGrpSpPr>
      <p:grpSpPr>
        <a:xfrm>
          <a:off x="0" y="0"/>
          <a:ext cx="0" cy="0"/>
          <a:chOff x="0" y="0"/>
          <a:chExt cx="0" cy="0"/>
        </a:xfrm>
      </p:grpSpPr>
      <p:sp>
        <p:nvSpPr>
          <p:cNvPr id="462" name="Google Shape;462;p58"/>
          <p:cNvSpPr/>
          <p:nvPr>
            <p:ph idx="2" type="pic"/>
          </p:nvPr>
        </p:nvSpPr>
        <p:spPr>
          <a:xfrm>
            <a:off x="3389600" y="118913"/>
            <a:ext cx="1643700" cy="1535100"/>
          </a:xfrm>
          <a:prstGeom prst="rect">
            <a:avLst/>
          </a:prstGeom>
          <a:noFill/>
          <a:ln>
            <a:noFill/>
          </a:ln>
        </p:spPr>
      </p:sp>
      <p:sp>
        <p:nvSpPr>
          <p:cNvPr id="463" name="Google Shape;463;p58"/>
          <p:cNvSpPr/>
          <p:nvPr>
            <p:ph idx="3" type="pic"/>
          </p:nvPr>
        </p:nvSpPr>
        <p:spPr>
          <a:xfrm>
            <a:off x="5195935" y="118913"/>
            <a:ext cx="1643700" cy="1535100"/>
          </a:xfrm>
          <a:prstGeom prst="rect">
            <a:avLst/>
          </a:prstGeom>
          <a:noFill/>
          <a:ln>
            <a:noFill/>
          </a:ln>
        </p:spPr>
      </p:sp>
      <p:sp>
        <p:nvSpPr>
          <p:cNvPr id="464" name="Google Shape;464;p58"/>
          <p:cNvSpPr/>
          <p:nvPr>
            <p:ph idx="4" type="pic"/>
          </p:nvPr>
        </p:nvSpPr>
        <p:spPr>
          <a:xfrm>
            <a:off x="7002270" y="118913"/>
            <a:ext cx="1643700" cy="1535100"/>
          </a:xfrm>
          <a:prstGeom prst="rect">
            <a:avLst/>
          </a:prstGeom>
          <a:noFill/>
          <a:ln>
            <a:noFill/>
          </a:ln>
        </p:spPr>
      </p:sp>
      <p:sp>
        <p:nvSpPr>
          <p:cNvPr id="465" name="Google Shape;465;p58"/>
          <p:cNvSpPr/>
          <p:nvPr>
            <p:ph idx="5" type="pic"/>
          </p:nvPr>
        </p:nvSpPr>
        <p:spPr>
          <a:xfrm>
            <a:off x="3389588" y="1804212"/>
            <a:ext cx="1643700" cy="1535100"/>
          </a:xfrm>
          <a:prstGeom prst="rect">
            <a:avLst/>
          </a:prstGeom>
          <a:noFill/>
          <a:ln>
            <a:noFill/>
          </a:ln>
        </p:spPr>
      </p:sp>
      <p:sp>
        <p:nvSpPr>
          <p:cNvPr id="466" name="Google Shape;466;p58"/>
          <p:cNvSpPr/>
          <p:nvPr>
            <p:ph idx="6" type="pic"/>
          </p:nvPr>
        </p:nvSpPr>
        <p:spPr>
          <a:xfrm>
            <a:off x="5195922" y="1804212"/>
            <a:ext cx="1643700" cy="1535100"/>
          </a:xfrm>
          <a:prstGeom prst="rect">
            <a:avLst/>
          </a:prstGeom>
          <a:noFill/>
          <a:ln>
            <a:noFill/>
          </a:ln>
        </p:spPr>
      </p:sp>
      <p:sp>
        <p:nvSpPr>
          <p:cNvPr id="467" name="Google Shape;467;p58"/>
          <p:cNvSpPr/>
          <p:nvPr>
            <p:ph idx="7" type="pic"/>
          </p:nvPr>
        </p:nvSpPr>
        <p:spPr>
          <a:xfrm>
            <a:off x="7002257" y="1804212"/>
            <a:ext cx="1643700" cy="1535100"/>
          </a:xfrm>
          <a:prstGeom prst="rect">
            <a:avLst/>
          </a:prstGeom>
          <a:noFill/>
          <a:ln>
            <a:noFill/>
          </a:ln>
        </p:spPr>
      </p:sp>
      <p:sp>
        <p:nvSpPr>
          <p:cNvPr id="468" name="Google Shape;468;p58"/>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9" name="Google Shape;469;p58"/>
          <p:cNvSpPr/>
          <p:nvPr>
            <p:ph idx="8" type="pic"/>
          </p:nvPr>
        </p:nvSpPr>
        <p:spPr>
          <a:xfrm>
            <a:off x="3389588" y="3489487"/>
            <a:ext cx="1643700" cy="1535100"/>
          </a:xfrm>
          <a:prstGeom prst="rect">
            <a:avLst/>
          </a:prstGeom>
          <a:noFill/>
          <a:ln>
            <a:noFill/>
          </a:ln>
        </p:spPr>
      </p:sp>
      <p:sp>
        <p:nvSpPr>
          <p:cNvPr id="470" name="Google Shape;470;p58"/>
          <p:cNvSpPr/>
          <p:nvPr>
            <p:ph idx="9" type="pic"/>
          </p:nvPr>
        </p:nvSpPr>
        <p:spPr>
          <a:xfrm>
            <a:off x="5195922" y="3489487"/>
            <a:ext cx="1643700" cy="1535100"/>
          </a:xfrm>
          <a:prstGeom prst="rect">
            <a:avLst/>
          </a:prstGeom>
          <a:noFill/>
          <a:ln>
            <a:noFill/>
          </a:ln>
        </p:spPr>
      </p:sp>
      <p:sp>
        <p:nvSpPr>
          <p:cNvPr id="471" name="Google Shape;471;p5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1.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84700" y="460250"/>
            <a:ext cx="8574600" cy="425100"/>
          </a:xfrm>
          <a:prstGeom prst="rect">
            <a:avLst/>
          </a:prstGeom>
          <a:noFill/>
          <a:ln>
            <a:noFill/>
          </a:ln>
        </p:spPr>
        <p:txBody>
          <a:bodyPr anchorCtr="0" anchor="t" bIns="0" lIns="0" spcFirstLastPara="1" rIns="91425" wrap="square" tIns="0">
            <a:noAutofit/>
          </a:bodyPr>
          <a:lstStyle>
            <a:lvl1pPr lvl="0">
              <a:lnSpc>
                <a:spcPct val="115000"/>
              </a:lnSpc>
              <a:spcBef>
                <a:spcPts val="0"/>
              </a:spcBef>
              <a:spcAft>
                <a:spcPts val="0"/>
              </a:spcAft>
              <a:buClr>
                <a:schemeClr val="dk1"/>
              </a:buClr>
              <a:buSzPts val="3000"/>
              <a:buFont typeface="Quantico"/>
              <a:buNone/>
              <a:defRPr sz="3000">
                <a:solidFill>
                  <a:schemeClr val="dk1"/>
                </a:solidFill>
                <a:latin typeface="Quantico"/>
                <a:ea typeface="Quantico"/>
                <a:cs typeface="Quantico"/>
                <a:sym typeface="Quantico"/>
              </a:defRPr>
            </a:lvl1pPr>
            <a:lvl2pPr lvl="1">
              <a:lnSpc>
                <a:spcPct val="115000"/>
              </a:lnSpc>
              <a:spcBef>
                <a:spcPts val="0"/>
              </a:spcBef>
              <a:spcAft>
                <a:spcPts val="0"/>
              </a:spcAft>
              <a:buClr>
                <a:schemeClr val="dk1"/>
              </a:buClr>
              <a:buSzPts val="3000"/>
              <a:buFont typeface="Arial"/>
              <a:buNone/>
              <a:defRPr sz="3000">
                <a:solidFill>
                  <a:schemeClr val="dk1"/>
                </a:solidFill>
              </a:defRPr>
            </a:lvl2pPr>
            <a:lvl3pPr lvl="2">
              <a:lnSpc>
                <a:spcPct val="115000"/>
              </a:lnSpc>
              <a:spcBef>
                <a:spcPts val="0"/>
              </a:spcBef>
              <a:spcAft>
                <a:spcPts val="0"/>
              </a:spcAft>
              <a:buClr>
                <a:schemeClr val="dk1"/>
              </a:buClr>
              <a:buSzPts val="3000"/>
              <a:buFont typeface="Arial"/>
              <a:buNone/>
              <a:defRPr sz="3000">
                <a:solidFill>
                  <a:schemeClr val="dk1"/>
                </a:solidFill>
              </a:defRPr>
            </a:lvl3pPr>
            <a:lvl4pPr lvl="3">
              <a:lnSpc>
                <a:spcPct val="115000"/>
              </a:lnSpc>
              <a:spcBef>
                <a:spcPts val="0"/>
              </a:spcBef>
              <a:spcAft>
                <a:spcPts val="0"/>
              </a:spcAft>
              <a:buClr>
                <a:schemeClr val="dk1"/>
              </a:buClr>
              <a:buSzPts val="3000"/>
              <a:buFont typeface="Arial"/>
              <a:buNone/>
              <a:defRPr sz="3000">
                <a:solidFill>
                  <a:schemeClr val="dk1"/>
                </a:solidFill>
              </a:defRPr>
            </a:lvl4pPr>
            <a:lvl5pPr lvl="4">
              <a:lnSpc>
                <a:spcPct val="115000"/>
              </a:lnSpc>
              <a:spcBef>
                <a:spcPts val="0"/>
              </a:spcBef>
              <a:spcAft>
                <a:spcPts val="0"/>
              </a:spcAft>
              <a:buClr>
                <a:schemeClr val="dk1"/>
              </a:buClr>
              <a:buSzPts val="3000"/>
              <a:buFont typeface="Arial"/>
              <a:buNone/>
              <a:defRPr sz="3000">
                <a:solidFill>
                  <a:schemeClr val="dk1"/>
                </a:solidFill>
              </a:defRPr>
            </a:lvl5pPr>
            <a:lvl6pPr lvl="5">
              <a:lnSpc>
                <a:spcPct val="115000"/>
              </a:lnSpc>
              <a:spcBef>
                <a:spcPts val="0"/>
              </a:spcBef>
              <a:spcAft>
                <a:spcPts val="0"/>
              </a:spcAft>
              <a:buClr>
                <a:schemeClr val="dk1"/>
              </a:buClr>
              <a:buSzPts val="3000"/>
              <a:buFont typeface="Arial"/>
              <a:buNone/>
              <a:defRPr sz="3000">
                <a:solidFill>
                  <a:schemeClr val="dk1"/>
                </a:solidFill>
              </a:defRPr>
            </a:lvl6pPr>
            <a:lvl7pPr lvl="6">
              <a:lnSpc>
                <a:spcPct val="115000"/>
              </a:lnSpc>
              <a:spcBef>
                <a:spcPts val="0"/>
              </a:spcBef>
              <a:spcAft>
                <a:spcPts val="0"/>
              </a:spcAft>
              <a:buClr>
                <a:schemeClr val="dk1"/>
              </a:buClr>
              <a:buSzPts val="3000"/>
              <a:buFont typeface="Arial"/>
              <a:buNone/>
              <a:defRPr sz="3000">
                <a:solidFill>
                  <a:schemeClr val="dk1"/>
                </a:solidFill>
              </a:defRPr>
            </a:lvl7pPr>
            <a:lvl8pPr lvl="7">
              <a:lnSpc>
                <a:spcPct val="115000"/>
              </a:lnSpc>
              <a:spcBef>
                <a:spcPts val="0"/>
              </a:spcBef>
              <a:spcAft>
                <a:spcPts val="0"/>
              </a:spcAft>
              <a:buClr>
                <a:schemeClr val="dk1"/>
              </a:buClr>
              <a:buSzPts val="3000"/>
              <a:buFont typeface="Arial"/>
              <a:buNone/>
              <a:defRPr sz="3000">
                <a:solidFill>
                  <a:schemeClr val="dk1"/>
                </a:solidFill>
              </a:defRPr>
            </a:lvl8pPr>
            <a:lvl9pPr lvl="8">
              <a:lnSpc>
                <a:spcPct val="115000"/>
              </a:lnSpc>
              <a:spcBef>
                <a:spcPts val="0"/>
              </a:spcBef>
              <a:spcAft>
                <a:spcPts val="0"/>
              </a:spcAft>
              <a:buClr>
                <a:schemeClr val="dk1"/>
              </a:buClr>
              <a:buSzPts val="3000"/>
              <a:buFont typeface="Arial"/>
              <a:buNone/>
              <a:defRPr sz="3000">
                <a:solidFill>
                  <a:schemeClr val="dk1"/>
                </a:solidFill>
              </a:defRPr>
            </a:lvl9pPr>
          </a:lstStyle>
          <a:p/>
        </p:txBody>
      </p:sp>
      <p:sp>
        <p:nvSpPr>
          <p:cNvPr id="52" name="Google Shape;52;p13"/>
          <p:cNvSpPr txBox="1"/>
          <p:nvPr>
            <p:ph idx="1" type="body"/>
          </p:nvPr>
        </p:nvSpPr>
        <p:spPr>
          <a:xfrm>
            <a:off x="284700" y="1299725"/>
            <a:ext cx="6153900" cy="2901300"/>
          </a:xfrm>
          <a:prstGeom prst="rect">
            <a:avLst/>
          </a:prstGeom>
          <a:noFill/>
          <a:ln>
            <a:noFill/>
          </a:ln>
        </p:spPr>
        <p:txBody>
          <a:bodyPr anchorCtr="0" anchor="t" bIns="0" lIns="0" spcFirstLastPara="1" rIns="91425" wrap="square" tIns="0">
            <a:noAutofit/>
          </a:bodyPr>
          <a:lstStyle>
            <a:lvl1pPr indent="-292100" lvl="0" marL="457200">
              <a:lnSpc>
                <a:spcPct val="150000"/>
              </a:lnSpc>
              <a:spcBef>
                <a:spcPts val="0"/>
              </a:spcBef>
              <a:spcAft>
                <a:spcPts val="0"/>
              </a:spcAft>
              <a:buClr>
                <a:schemeClr val="dk2"/>
              </a:buClr>
              <a:buSzPts val="1000"/>
              <a:buFont typeface="Lato"/>
              <a:buChar char="●"/>
              <a:defRPr sz="1000">
                <a:solidFill>
                  <a:schemeClr val="dk2"/>
                </a:solidFill>
                <a:latin typeface="Lato"/>
                <a:ea typeface="Lato"/>
                <a:cs typeface="Lato"/>
                <a:sym typeface="Lato"/>
              </a:defRPr>
            </a:lvl1pPr>
            <a:lvl2pPr indent="-292100" lvl="1" marL="914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2pPr>
            <a:lvl3pPr indent="-292100" lvl="2" marL="1371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3pPr>
            <a:lvl4pPr indent="-292100" lvl="3" marL="18288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4pPr>
            <a:lvl5pPr indent="-292100" lvl="4" marL="22860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5pPr>
            <a:lvl6pPr indent="-292100" lvl="5" marL="27432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6pPr>
            <a:lvl7pPr indent="-292100" lvl="6" marL="3200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7pPr>
            <a:lvl8pPr indent="-292100" lvl="7" marL="3657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8pPr>
            <a:lvl9pPr indent="-292100" lvl="8" marL="4114800">
              <a:lnSpc>
                <a:spcPct val="150000"/>
              </a:lnSpc>
              <a:spcBef>
                <a:spcPts val="1000"/>
              </a:spcBef>
              <a:spcAft>
                <a:spcPts val="1000"/>
              </a:spcAft>
              <a:buClr>
                <a:schemeClr val="dk2"/>
              </a:buClr>
              <a:buSzPts val="1000"/>
              <a:buFont typeface="Lato"/>
              <a:buChar char="■"/>
              <a:defRPr sz="10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9"/>
          <p:cNvSpPr txBox="1"/>
          <p:nvPr>
            <p:ph idx="1" type="subTitle"/>
          </p:nvPr>
        </p:nvSpPr>
        <p:spPr>
          <a:xfrm>
            <a:off x="958450" y="4298625"/>
            <a:ext cx="2008500" cy="4527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100"/>
              <a:buNone/>
            </a:pPr>
            <a:r>
              <a:rPr lang="en">
                <a:latin typeface="Quantico"/>
                <a:ea typeface="Quantico"/>
                <a:cs typeface="Quantico"/>
                <a:sym typeface="Quantico"/>
              </a:rPr>
              <a:t>Atif Tausif, Tausif Tusar, Raian Pial, Sushanta Sapkota, Mahdi Mahin</a:t>
            </a:r>
            <a:endParaRPr>
              <a:latin typeface="Quantico"/>
              <a:ea typeface="Quantico"/>
              <a:cs typeface="Quantico"/>
              <a:sym typeface="Quantico"/>
            </a:endParaRPr>
          </a:p>
          <a:p>
            <a:pPr indent="0" lvl="0" marL="0" rtl="0" algn="l">
              <a:lnSpc>
                <a:spcPct val="100000"/>
              </a:lnSpc>
              <a:spcBef>
                <a:spcPts val="0"/>
              </a:spcBef>
              <a:spcAft>
                <a:spcPts val="0"/>
              </a:spcAft>
              <a:buSzPts val="1100"/>
              <a:buNone/>
            </a:pPr>
            <a:r>
              <a:t/>
            </a:r>
            <a:endParaRPr>
              <a:latin typeface="Quantico"/>
              <a:ea typeface="Quantico"/>
              <a:cs typeface="Quantico"/>
              <a:sym typeface="Quantico"/>
            </a:endParaRPr>
          </a:p>
          <a:p>
            <a:pPr indent="0" lvl="0" marL="0" rtl="0" algn="l">
              <a:spcBef>
                <a:spcPts val="0"/>
              </a:spcBef>
              <a:spcAft>
                <a:spcPts val="0"/>
              </a:spcAft>
              <a:buSzPts val="1100"/>
              <a:buNone/>
            </a:pPr>
            <a:r>
              <a:t/>
            </a:r>
            <a:endParaRPr>
              <a:latin typeface="Quantico"/>
              <a:ea typeface="Quantico"/>
              <a:cs typeface="Quantico"/>
              <a:sym typeface="Quantico"/>
            </a:endParaRPr>
          </a:p>
        </p:txBody>
      </p:sp>
      <p:sp>
        <p:nvSpPr>
          <p:cNvPr id="477" name="Google Shape;477;p59"/>
          <p:cNvSpPr txBox="1"/>
          <p:nvPr>
            <p:ph type="title"/>
          </p:nvPr>
        </p:nvSpPr>
        <p:spPr>
          <a:xfrm>
            <a:off x="876900" y="874250"/>
            <a:ext cx="4387500" cy="26325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lang="en" sz="5200"/>
              <a:t>ETL vs ELT in Big Data</a:t>
            </a:r>
            <a:endParaRPr sz="5200"/>
          </a:p>
          <a:p>
            <a:pPr indent="0" lvl="0" marL="0" rtl="0" algn="l">
              <a:lnSpc>
                <a:spcPct val="80000"/>
              </a:lnSpc>
              <a:spcBef>
                <a:spcPts val="0"/>
              </a:spcBef>
              <a:spcAft>
                <a:spcPts val="0"/>
              </a:spcAft>
              <a:buSzPts val="3000"/>
              <a:buNone/>
            </a:pPr>
            <a:r>
              <a:t/>
            </a:r>
            <a:endParaRPr sz="5200">
              <a:latin typeface="Arial"/>
              <a:ea typeface="Arial"/>
              <a:cs typeface="Arial"/>
              <a:sym typeface="Arial"/>
            </a:endParaRPr>
          </a:p>
        </p:txBody>
      </p:sp>
      <p:pic>
        <p:nvPicPr>
          <p:cNvPr descr="Big Data Technology for Business Finance Concept. (Provided by Getty Images)" id="478" name="Google Shape;478;p59"/>
          <p:cNvPicPr preferRelativeResize="0"/>
          <p:nvPr/>
        </p:nvPicPr>
        <p:blipFill>
          <a:blip r:embed="rId3">
            <a:alphaModFix/>
          </a:blip>
          <a:stretch>
            <a:fillRect/>
          </a:stretch>
        </p:blipFill>
        <p:spPr>
          <a:xfrm>
            <a:off x="5457400" y="1354963"/>
            <a:ext cx="3686600" cy="224307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0"/>
          <p:cNvSpPr txBox="1"/>
          <p:nvPr>
            <p:ph type="title"/>
          </p:nvPr>
        </p:nvSpPr>
        <p:spPr>
          <a:xfrm>
            <a:off x="920550" y="904500"/>
            <a:ext cx="7745700" cy="908700"/>
          </a:xfrm>
          <a:prstGeom prst="rect">
            <a:avLst/>
          </a:prstGeom>
        </p:spPr>
        <p:txBody>
          <a:bodyPr anchorCtr="0" anchor="t" bIns="0" lIns="0" spcFirstLastPara="1" rIns="91425" wrap="square" tIns="0">
            <a:noAutofit/>
          </a:bodyPr>
          <a:lstStyle/>
          <a:p>
            <a:pPr indent="0" lvl="0" marL="0" rtl="0" algn="ctr">
              <a:lnSpc>
                <a:spcPct val="90000"/>
              </a:lnSpc>
              <a:spcBef>
                <a:spcPts val="0"/>
              </a:spcBef>
              <a:spcAft>
                <a:spcPts val="0"/>
              </a:spcAft>
              <a:buClr>
                <a:schemeClr val="dk1"/>
              </a:buClr>
              <a:buSzPts val="1100"/>
              <a:buFont typeface="Arial"/>
              <a:buNone/>
            </a:pPr>
            <a:r>
              <a:rPr lang="en"/>
              <a:t>Big Data</a:t>
            </a:r>
            <a:endParaRPr/>
          </a:p>
          <a:p>
            <a:pPr indent="0" lvl="0" marL="0" rtl="0" algn="l">
              <a:spcBef>
                <a:spcPts val="0"/>
              </a:spcBef>
              <a:spcAft>
                <a:spcPts val="0"/>
              </a:spcAft>
              <a:buSzPts val="3000"/>
              <a:buNone/>
            </a:pPr>
            <a:r>
              <a:t/>
            </a:r>
            <a:endParaRPr/>
          </a:p>
        </p:txBody>
      </p:sp>
      <p:sp>
        <p:nvSpPr>
          <p:cNvPr id="484" name="Google Shape;484;p60"/>
          <p:cNvSpPr txBox="1"/>
          <p:nvPr>
            <p:ph idx="2" type="title"/>
          </p:nvPr>
        </p:nvSpPr>
        <p:spPr>
          <a:xfrm>
            <a:off x="597525" y="1615500"/>
            <a:ext cx="2639400" cy="1912500"/>
          </a:xfrm>
          <a:prstGeom prst="rect">
            <a:avLst/>
          </a:prstGeom>
        </p:spPr>
        <p:txBody>
          <a:bodyPr anchorCtr="0" anchor="t" bIns="0" lIns="0" spcFirstLastPara="1" rIns="91425" wrap="square" tIns="0">
            <a:noAutofit/>
          </a:bodyPr>
          <a:lstStyle/>
          <a:p>
            <a:pPr indent="457200" lvl="0" marL="0" rtl="0" algn="l">
              <a:spcBef>
                <a:spcPts val="1000"/>
              </a:spcBef>
              <a:spcAft>
                <a:spcPts val="0"/>
              </a:spcAft>
              <a:buNone/>
            </a:pPr>
            <a:r>
              <a:rPr b="1" lang="en" sz="1400" u="sng">
                <a:latin typeface="Quantico"/>
                <a:ea typeface="Quantico"/>
                <a:cs typeface="Quantico"/>
                <a:sym typeface="Quantico"/>
              </a:rPr>
              <a:t>Big Data</a:t>
            </a:r>
            <a:endParaRPr b="1" sz="1400" u="sng">
              <a:latin typeface="Quantico"/>
              <a:ea typeface="Quantico"/>
              <a:cs typeface="Quantico"/>
              <a:sym typeface="Quantico"/>
            </a:endParaRPr>
          </a:p>
          <a:p>
            <a:pPr indent="-317500" lvl="0" marL="457200" rtl="0" algn="l">
              <a:spcBef>
                <a:spcPts val="1000"/>
              </a:spcBef>
              <a:spcAft>
                <a:spcPts val="0"/>
              </a:spcAft>
              <a:buSzPts val="1400"/>
              <a:buFont typeface="Quantico"/>
              <a:buChar char="-"/>
            </a:pPr>
            <a:r>
              <a:rPr lang="en" sz="1400">
                <a:latin typeface="Quantico"/>
                <a:ea typeface="Quantico"/>
                <a:cs typeface="Quantico"/>
                <a:sym typeface="Quantico"/>
              </a:rPr>
              <a:t>Extremely large datasets generated from many sources like social media,sensors, and transactions</a:t>
            </a:r>
            <a:endParaRPr sz="1400">
              <a:latin typeface="Quantico"/>
              <a:ea typeface="Quantico"/>
              <a:cs typeface="Quantico"/>
              <a:sym typeface="Quantico"/>
            </a:endParaRPr>
          </a:p>
          <a:p>
            <a:pPr indent="-317500" lvl="0" marL="457200" rtl="0" algn="l">
              <a:spcBef>
                <a:spcPts val="0"/>
              </a:spcBef>
              <a:spcAft>
                <a:spcPts val="0"/>
              </a:spcAft>
              <a:buSzPts val="1400"/>
              <a:buFont typeface="Quantico"/>
              <a:buChar char="-"/>
            </a:pPr>
            <a:r>
              <a:rPr lang="en" sz="1400">
                <a:latin typeface="Quantico"/>
                <a:ea typeface="Quantico"/>
                <a:cs typeface="Quantico"/>
                <a:sym typeface="Quantico"/>
              </a:rPr>
              <a:t>Requires scalable systems to store and process data</a:t>
            </a:r>
            <a:endParaRPr sz="1400">
              <a:latin typeface="Quantico"/>
              <a:ea typeface="Quantico"/>
              <a:cs typeface="Quantico"/>
              <a:sym typeface="Quantico"/>
            </a:endParaRPr>
          </a:p>
          <a:p>
            <a:pPr indent="0" lvl="0" marL="0" rtl="0" algn="l">
              <a:spcBef>
                <a:spcPts val="1000"/>
              </a:spcBef>
              <a:spcAft>
                <a:spcPts val="0"/>
              </a:spcAft>
              <a:buNone/>
            </a:pPr>
            <a:r>
              <a:t/>
            </a:r>
            <a:endParaRPr sz="1400">
              <a:latin typeface="Quantico"/>
              <a:ea typeface="Quantico"/>
              <a:cs typeface="Quantico"/>
              <a:sym typeface="Quantico"/>
            </a:endParaRPr>
          </a:p>
          <a:p>
            <a:pPr indent="0" lvl="0" marL="457200" rtl="0" algn="l">
              <a:spcBef>
                <a:spcPts val="1000"/>
              </a:spcBef>
              <a:spcAft>
                <a:spcPts val="0"/>
              </a:spcAft>
              <a:buNone/>
            </a:pPr>
            <a:r>
              <a:t/>
            </a:r>
            <a:endParaRPr sz="1400">
              <a:latin typeface="Quantico"/>
              <a:ea typeface="Quantico"/>
              <a:cs typeface="Quantico"/>
              <a:sym typeface="Quantico"/>
            </a:endParaRPr>
          </a:p>
          <a:p>
            <a:pPr indent="0" lvl="0" marL="0" rtl="0" algn="l">
              <a:spcBef>
                <a:spcPts val="1000"/>
              </a:spcBef>
              <a:spcAft>
                <a:spcPts val="0"/>
              </a:spcAft>
              <a:buSzPts val="1600"/>
              <a:buNone/>
            </a:pPr>
            <a:r>
              <a:t/>
            </a:r>
            <a:endParaRPr sz="1400">
              <a:latin typeface="Quantico"/>
              <a:ea typeface="Quantico"/>
              <a:cs typeface="Quantico"/>
              <a:sym typeface="Quantico"/>
            </a:endParaRPr>
          </a:p>
        </p:txBody>
      </p:sp>
      <p:sp>
        <p:nvSpPr>
          <p:cNvPr id="485" name="Google Shape;485;p60"/>
          <p:cNvSpPr/>
          <p:nvPr/>
        </p:nvSpPr>
        <p:spPr>
          <a:xfrm>
            <a:off x="3174650" y="1770750"/>
            <a:ext cx="2729400" cy="3087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Lato"/>
              <a:ea typeface="Lato"/>
              <a:cs typeface="Lato"/>
              <a:sym typeface="Lato"/>
            </a:endParaRPr>
          </a:p>
        </p:txBody>
      </p:sp>
      <p:sp>
        <p:nvSpPr>
          <p:cNvPr id="486" name="Google Shape;486;p60"/>
          <p:cNvSpPr txBox="1"/>
          <p:nvPr/>
        </p:nvSpPr>
        <p:spPr>
          <a:xfrm>
            <a:off x="5859850" y="1885750"/>
            <a:ext cx="3000000" cy="1046700"/>
          </a:xfrm>
          <a:prstGeom prst="rect">
            <a:avLst/>
          </a:prstGeom>
          <a:noFill/>
          <a:ln>
            <a:noFill/>
          </a:ln>
        </p:spPr>
        <p:txBody>
          <a:bodyPr anchorCtr="0" anchor="t" bIns="91425" lIns="91425" spcFirstLastPara="1" rIns="91425" wrap="square" tIns="91425">
            <a:spAutoFit/>
          </a:bodyPr>
          <a:lstStyle/>
          <a:p>
            <a:pPr indent="-317500" lvl="0" marL="457200" rtl="0" algn="l">
              <a:spcBef>
                <a:spcPts val="1000"/>
              </a:spcBef>
              <a:spcAft>
                <a:spcPts val="0"/>
              </a:spcAft>
              <a:buClr>
                <a:schemeClr val="dk1"/>
              </a:buClr>
              <a:buSzPts val="1400"/>
              <a:buFont typeface="Quantico"/>
              <a:buChar char="-"/>
            </a:pPr>
            <a:r>
              <a:rPr lang="en">
                <a:solidFill>
                  <a:schemeClr val="dk1"/>
                </a:solidFill>
                <a:latin typeface="Quantico"/>
                <a:ea typeface="Quantico"/>
                <a:cs typeface="Quantico"/>
                <a:sym typeface="Quantico"/>
              </a:rPr>
              <a:t>A s</a:t>
            </a:r>
            <a:r>
              <a:rPr lang="en">
                <a:solidFill>
                  <a:schemeClr val="dk1"/>
                </a:solidFill>
                <a:latin typeface="Quantico"/>
                <a:ea typeface="Quantico"/>
                <a:cs typeface="Quantico"/>
                <a:sym typeface="Quantico"/>
              </a:rPr>
              <a:t>ystem that moves data from multiple sources to storage or analysis systems.</a:t>
            </a:r>
            <a:endParaRPr/>
          </a:p>
        </p:txBody>
      </p:sp>
      <p:sp>
        <p:nvSpPr>
          <p:cNvPr id="487" name="Google Shape;487;p60"/>
          <p:cNvSpPr txBox="1"/>
          <p:nvPr/>
        </p:nvSpPr>
        <p:spPr>
          <a:xfrm>
            <a:off x="5859850" y="3005000"/>
            <a:ext cx="29205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Quantico"/>
              <a:buChar char="-"/>
            </a:pPr>
            <a:r>
              <a:rPr lang="en">
                <a:solidFill>
                  <a:schemeClr val="dk1"/>
                </a:solidFill>
                <a:latin typeface="Quantico"/>
                <a:ea typeface="Quantico"/>
                <a:cs typeface="Quantico"/>
                <a:sym typeface="Quantico"/>
              </a:rPr>
              <a:t>2 Common pipelines</a:t>
            </a:r>
            <a:endParaRPr>
              <a:solidFill>
                <a:schemeClr val="dk1"/>
              </a:solidFill>
              <a:latin typeface="Quantico"/>
              <a:ea typeface="Quantico"/>
              <a:cs typeface="Quantico"/>
              <a:sym typeface="Quantico"/>
            </a:endParaRPr>
          </a:p>
          <a:p>
            <a:pPr indent="-317500" lvl="1" marL="914400" rtl="0" algn="l">
              <a:spcBef>
                <a:spcPts val="0"/>
              </a:spcBef>
              <a:spcAft>
                <a:spcPts val="0"/>
              </a:spcAft>
              <a:buClr>
                <a:schemeClr val="dk1"/>
              </a:buClr>
              <a:buSzPts val="1400"/>
              <a:buFont typeface="Quantico"/>
              <a:buChar char="-"/>
            </a:pPr>
            <a:r>
              <a:rPr lang="en">
                <a:solidFill>
                  <a:schemeClr val="dk1"/>
                </a:solidFill>
                <a:latin typeface="Quantico"/>
                <a:ea typeface="Quantico"/>
                <a:cs typeface="Quantico"/>
                <a:sym typeface="Quantico"/>
              </a:rPr>
              <a:t>ETL</a:t>
            </a:r>
            <a:endParaRPr>
              <a:solidFill>
                <a:schemeClr val="dk1"/>
              </a:solidFill>
              <a:latin typeface="Quantico"/>
              <a:ea typeface="Quantico"/>
              <a:cs typeface="Quantico"/>
              <a:sym typeface="Quantico"/>
            </a:endParaRPr>
          </a:p>
          <a:p>
            <a:pPr indent="-317500" lvl="1" marL="914400" rtl="0" algn="l">
              <a:spcBef>
                <a:spcPts val="0"/>
              </a:spcBef>
              <a:spcAft>
                <a:spcPts val="0"/>
              </a:spcAft>
              <a:buClr>
                <a:schemeClr val="dk1"/>
              </a:buClr>
              <a:buSzPts val="1400"/>
              <a:buFont typeface="Quantico"/>
              <a:buChar char="-"/>
            </a:pPr>
            <a:r>
              <a:rPr lang="en">
                <a:solidFill>
                  <a:schemeClr val="dk1"/>
                </a:solidFill>
                <a:latin typeface="Quantico"/>
                <a:ea typeface="Quantico"/>
                <a:cs typeface="Quantico"/>
                <a:sym typeface="Quantico"/>
              </a:rPr>
              <a:t>ELT</a:t>
            </a:r>
            <a:endParaRPr>
              <a:solidFill>
                <a:schemeClr val="dk1"/>
              </a:solidFill>
              <a:latin typeface="Quantico"/>
              <a:ea typeface="Quantico"/>
              <a:cs typeface="Quantico"/>
              <a:sym typeface="Quantico"/>
            </a:endParaRPr>
          </a:p>
        </p:txBody>
      </p:sp>
      <p:sp>
        <p:nvSpPr>
          <p:cNvPr id="488" name="Google Shape;488;p60"/>
          <p:cNvSpPr txBox="1"/>
          <p:nvPr/>
        </p:nvSpPr>
        <p:spPr>
          <a:xfrm>
            <a:off x="5903925" y="1615500"/>
            <a:ext cx="3000000" cy="400200"/>
          </a:xfrm>
          <a:prstGeom prst="rect">
            <a:avLst/>
          </a:prstGeom>
          <a:noFill/>
          <a:ln>
            <a:noFill/>
          </a:ln>
        </p:spPr>
        <p:txBody>
          <a:bodyPr anchorCtr="0" anchor="t" bIns="91425" lIns="91425" spcFirstLastPara="1" rIns="91425" wrap="square" tIns="91425">
            <a:spAutoFit/>
          </a:bodyPr>
          <a:lstStyle/>
          <a:p>
            <a:pPr indent="457200" lvl="0" marL="0" rtl="0" algn="l">
              <a:spcBef>
                <a:spcPts val="1000"/>
              </a:spcBef>
              <a:spcAft>
                <a:spcPts val="0"/>
              </a:spcAft>
              <a:buNone/>
            </a:pPr>
            <a:r>
              <a:rPr b="1" lang="en" u="sng">
                <a:solidFill>
                  <a:schemeClr val="dk1"/>
                </a:solidFill>
                <a:latin typeface="Quantico"/>
                <a:ea typeface="Quantico"/>
                <a:cs typeface="Quantico"/>
                <a:sym typeface="Quantico"/>
              </a:rPr>
              <a:t>Data Pipeline</a:t>
            </a:r>
            <a:endParaRPr/>
          </a:p>
        </p:txBody>
      </p:sp>
      <p:pic>
        <p:nvPicPr>
          <p:cNvPr id="489" name="Google Shape;489;p60"/>
          <p:cNvPicPr preferRelativeResize="0"/>
          <p:nvPr/>
        </p:nvPicPr>
        <p:blipFill>
          <a:blip r:embed="rId3">
            <a:alphaModFix/>
          </a:blip>
          <a:stretch>
            <a:fillRect/>
          </a:stretch>
        </p:blipFill>
        <p:spPr>
          <a:xfrm>
            <a:off x="3174650" y="2131300"/>
            <a:ext cx="2729400" cy="2306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1"/>
          <p:cNvSpPr/>
          <p:nvPr/>
        </p:nvSpPr>
        <p:spPr>
          <a:xfrm>
            <a:off x="731599" y="591875"/>
            <a:ext cx="3872400" cy="885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2800"/>
              <a:buFont typeface="Fraunces"/>
              <a:buNone/>
            </a:pPr>
            <a:r>
              <a:rPr b="1" i="0" lang="en" sz="2800" u="none" cap="none" strike="noStrike">
                <a:solidFill>
                  <a:schemeClr val="dk1"/>
                </a:solidFill>
                <a:latin typeface="Fraunces"/>
                <a:ea typeface="Fraunces"/>
                <a:cs typeface="Fraunces"/>
                <a:sym typeface="Fraunces"/>
              </a:rPr>
              <a:t>ETL: Extract, Transform, Load</a:t>
            </a:r>
            <a:endParaRPr b="0" i="0" sz="2800" u="none" cap="none" strike="noStrike">
              <a:solidFill>
                <a:schemeClr val="dk1"/>
              </a:solidFill>
            </a:endParaRPr>
          </a:p>
        </p:txBody>
      </p:sp>
      <p:pic>
        <p:nvPicPr>
          <p:cNvPr descr="preencoded.png" id="495" name="Google Shape;495;p61"/>
          <p:cNvPicPr preferRelativeResize="0"/>
          <p:nvPr/>
        </p:nvPicPr>
        <p:blipFill rotWithShape="1">
          <a:blip r:embed="rId3">
            <a:alphaModFix/>
          </a:blip>
          <a:srcRect b="0" l="0" r="0" t="0"/>
          <a:stretch/>
        </p:blipFill>
        <p:spPr>
          <a:xfrm>
            <a:off x="731574" y="1725475"/>
            <a:ext cx="590407" cy="850558"/>
          </a:xfrm>
          <a:prstGeom prst="rect">
            <a:avLst/>
          </a:prstGeom>
          <a:noFill/>
          <a:ln>
            <a:noFill/>
          </a:ln>
        </p:spPr>
      </p:pic>
      <p:sp>
        <p:nvSpPr>
          <p:cNvPr id="496" name="Google Shape;496;p61"/>
          <p:cNvSpPr/>
          <p:nvPr/>
        </p:nvSpPr>
        <p:spPr>
          <a:xfrm>
            <a:off x="1440063" y="1867235"/>
            <a:ext cx="14760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1400"/>
              <a:buFont typeface="Fraunces"/>
              <a:buNone/>
            </a:pPr>
            <a:r>
              <a:rPr b="1" i="0" lang="en" sz="1400" u="none" cap="none" strike="noStrike">
                <a:solidFill>
                  <a:schemeClr val="dk1"/>
                </a:solidFill>
                <a:latin typeface="Fraunces"/>
                <a:ea typeface="Fraunces"/>
                <a:cs typeface="Fraunces"/>
                <a:sym typeface="Fraunces"/>
              </a:rPr>
              <a:t>Extract</a:t>
            </a:r>
            <a:endParaRPr b="0" i="0" sz="1400" u="none" cap="none" strike="noStrike">
              <a:solidFill>
                <a:schemeClr val="dk1"/>
              </a:solidFill>
            </a:endParaRPr>
          </a:p>
        </p:txBody>
      </p:sp>
      <p:sp>
        <p:nvSpPr>
          <p:cNvPr id="497" name="Google Shape;497;p61"/>
          <p:cNvSpPr/>
          <p:nvPr/>
        </p:nvSpPr>
        <p:spPr>
          <a:xfrm>
            <a:off x="1440063" y="2173749"/>
            <a:ext cx="3225600" cy="2268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100"/>
              <a:buFont typeface="Nobile"/>
              <a:buNone/>
            </a:pPr>
            <a:r>
              <a:rPr b="0" i="0" lang="en" sz="1100" u="none" cap="none" strike="noStrike">
                <a:solidFill>
                  <a:schemeClr val="dk1"/>
                </a:solidFill>
                <a:latin typeface="Nobile"/>
                <a:ea typeface="Nobile"/>
                <a:cs typeface="Nobile"/>
                <a:sym typeface="Nobile"/>
              </a:rPr>
              <a:t>Data collected from databases, APIs, and files</a:t>
            </a:r>
            <a:endParaRPr b="0" i="0" sz="1100" u="none" cap="none" strike="noStrike">
              <a:solidFill>
                <a:schemeClr val="dk1"/>
              </a:solidFill>
            </a:endParaRPr>
          </a:p>
        </p:txBody>
      </p:sp>
      <p:pic>
        <p:nvPicPr>
          <p:cNvPr descr="preencoded.png" id="498" name="Google Shape;498;p61"/>
          <p:cNvPicPr preferRelativeResize="0"/>
          <p:nvPr/>
        </p:nvPicPr>
        <p:blipFill rotWithShape="1">
          <a:blip r:embed="rId4">
            <a:alphaModFix/>
          </a:blip>
          <a:srcRect b="0" l="0" r="0" t="0"/>
          <a:stretch/>
        </p:blipFill>
        <p:spPr>
          <a:xfrm>
            <a:off x="731574" y="2576034"/>
            <a:ext cx="590407" cy="850558"/>
          </a:xfrm>
          <a:prstGeom prst="rect">
            <a:avLst/>
          </a:prstGeom>
          <a:noFill/>
          <a:ln>
            <a:noFill/>
          </a:ln>
        </p:spPr>
      </p:pic>
      <p:sp>
        <p:nvSpPr>
          <p:cNvPr id="499" name="Google Shape;499;p61"/>
          <p:cNvSpPr/>
          <p:nvPr/>
        </p:nvSpPr>
        <p:spPr>
          <a:xfrm>
            <a:off x="1440063" y="2717793"/>
            <a:ext cx="14760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1400"/>
              <a:buFont typeface="Fraunces"/>
              <a:buNone/>
            </a:pPr>
            <a:r>
              <a:rPr b="1" i="0" lang="en" sz="1400" u="none" cap="none" strike="noStrike">
                <a:solidFill>
                  <a:schemeClr val="dk1"/>
                </a:solidFill>
                <a:latin typeface="Fraunces"/>
                <a:ea typeface="Fraunces"/>
                <a:cs typeface="Fraunces"/>
                <a:sym typeface="Fraunces"/>
              </a:rPr>
              <a:t>Transform</a:t>
            </a:r>
            <a:endParaRPr b="0" i="0" sz="1400" u="none" cap="none" strike="noStrike">
              <a:solidFill>
                <a:schemeClr val="dk1"/>
              </a:solidFill>
            </a:endParaRPr>
          </a:p>
        </p:txBody>
      </p:sp>
      <p:sp>
        <p:nvSpPr>
          <p:cNvPr id="500" name="Google Shape;500;p61"/>
          <p:cNvSpPr/>
          <p:nvPr/>
        </p:nvSpPr>
        <p:spPr>
          <a:xfrm>
            <a:off x="1440063" y="3024307"/>
            <a:ext cx="3225600" cy="2268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100"/>
              <a:buFont typeface="Nobile"/>
              <a:buNone/>
            </a:pPr>
            <a:r>
              <a:rPr b="0" i="0" lang="en" sz="1100" u="none" cap="none" strike="noStrike">
                <a:solidFill>
                  <a:schemeClr val="dk1"/>
                </a:solidFill>
                <a:latin typeface="Nobile"/>
                <a:ea typeface="Nobile"/>
                <a:cs typeface="Nobile"/>
                <a:sym typeface="Nobile"/>
              </a:rPr>
              <a:t>Data cleaned, filtered, formatted, and aggregated</a:t>
            </a:r>
            <a:endParaRPr b="0" i="0" sz="1100" u="none" cap="none" strike="noStrike">
              <a:solidFill>
                <a:schemeClr val="dk1"/>
              </a:solidFill>
            </a:endParaRPr>
          </a:p>
        </p:txBody>
      </p:sp>
      <p:pic>
        <p:nvPicPr>
          <p:cNvPr descr="preencoded.png" id="501" name="Google Shape;501;p61"/>
          <p:cNvPicPr preferRelativeResize="0"/>
          <p:nvPr/>
        </p:nvPicPr>
        <p:blipFill rotWithShape="1">
          <a:blip r:embed="rId5">
            <a:alphaModFix/>
          </a:blip>
          <a:srcRect b="0" l="0" r="0" t="0"/>
          <a:stretch/>
        </p:blipFill>
        <p:spPr>
          <a:xfrm>
            <a:off x="731574" y="3426592"/>
            <a:ext cx="590407" cy="850558"/>
          </a:xfrm>
          <a:prstGeom prst="rect">
            <a:avLst/>
          </a:prstGeom>
          <a:noFill/>
          <a:ln>
            <a:noFill/>
          </a:ln>
        </p:spPr>
      </p:pic>
      <p:sp>
        <p:nvSpPr>
          <p:cNvPr id="502" name="Google Shape;502;p61"/>
          <p:cNvSpPr/>
          <p:nvPr/>
        </p:nvSpPr>
        <p:spPr>
          <a:xfrm>
            <a:off x="1440063" y="3568352"/>
            <a:ext cx="14760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1400"/>
              <a:buFont typeface="Fraunces"/>
              <a:buNone/>
            </a:pPr>
            <a:r>
              <a:rPr b="1" i="0" lang="en" sz="1400" u="none" cap="none" strike="noStrike">
                <a:solidFill>
                  <a:schemeClr val="dk1"/>
                </a:solidFill>
                <a:latin typeface="Fraunces"/>
                <a:ea typeface="Fraunces"/>
                <a:cs typeface="Fraunces"/>
                <a:sym typeface="Fraunces"/>
              </a:rPr>
              <a:t>Load</a:t>
            </a:r>
            <a:endParaRPr b="0" i="0" sz="1400" u="none" cap="none" strike="noStrike">
              <a:solidFill>
                <a:schemeClr val="dk1"/>
              </a:solidFill>
            </a:endParaRPr>
          </a:p>
        </p:txBody>
      </p:sp>
      <p:sp>
        <p:nvSpPr>
          <p:cNvPr id="503" name="Google Shape;503;p61"/>
          <p:cNvSpPr/>
          <p:nvPr/>
        </p:nvSpPr>
        <p:spPr>
          <a:xfrm>
            <a:off x="1440063" y="3874865"/>
            <a:ext cx="3225600" cy="2268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100"/>
              <a:buFont typeface="Nobile"/>
              <a:buNone/>
            </a:pPr>
            <a:r>
              <a:rPr b="0" i="0" lang="en" sz="1100" u="none" cap="none" strike="noStrike">
                <a:solidFill>
                  <a:schemeClr val="dk1"/>
                </a:solidFill>
                <a:latin typeface="Nobile"/>
                <a:ea typeface="Nobile"/>
                <a:cs typeface="Nobile"/>
                <a:sym typeface="Nobile"/>
              </a:rPr>
              <a:t>Processed data stored in data warehouse</a:t>
            </a:r>
            <a:endParaRPr b="0" i="0" sz="1100" u="none" cap="none" strike="noStrike">
              <a:solidFill>
                <a:schemeClr val="dk1"/>
              </a:solidFill>
            </a:endParaRPr>
          </a:p>
        </p:txBody>
      </p:sp>
      <p:sp>
        <p:nvSpPr>
          <p:cNvPr id="504" name="Google Shape;504;p61"/>
          <p:cNvSpPr/>
          <p:nvPr/>
        </p:nvSpPr>
        <p:spPr>
          <a:xfrm>
            <a:off x="731574" y="4524850"/>
            <a:ext cx="39342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100"/>
              <a:buFont typeface="Nobile"/>
              <a:buNone/>
            </a:pPr>
            <a:r>
              <a:rPr b="1" i="0" lang="en" sz="1100" u="none" cap="none" strike="noStrike">
                <a:solidFill>
                  <a:schemeClr val="dk1"/>
                </a:solidFill>
                <a:latin typeface="Nobile"/>
                <a:ea typeface="Nobile"/>
                <a:cs typeface="Nobile"/>
                <a:sym typeface="Nobile"/>
              </a:rPr>
              <a:t>Key idea:</a:t>
            </a:r>
            <a:r>
              <a:rPr b="0" i="0" lang="en" sz="1100" u="none" cap="none" strike="noStrike">
                <a:solidFill>
                  <a:schemeClr val="dk1"/>
                </a:solidFill>
                <a:latin typeface="Nobile"/>
                <a:ea typeface="Nobile"/>
                <a:cs typeface="Nobile"/>
                <a:sym typeface="Nobile"/>
              </a:rPr>
              <a:t> Data is transformed before storage, ensuring clean structured data with strong quality control.</a:t>
            </a:r>
            <a:endParaRPr b="0" i="0" sz="1100" u="none" cap="none" strike="noStrike">
              <a:solidFill>
                <a:schemeClr val="dk1"/>
              </a:solidFill>
            </a:endParaRPr>
          </a:p>
        </p:txBody>
      </p:sp>
      <p:sp>
        <p:nvSpPr>
          <p:cNvPr id="505" name="Google Shape;505;p61"/>
          <p:cNvSpPr/>
          <p:nvPr/>
        </p:nvSpPr>
        <p:spPr>
          <a:xfrm>
            <a:off x="4903199" y="591875"/>
            <a:ext cx="3872400" cy="885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B4540"/>
              </a:buClr>
              <a:buSzPts val="2800"/>
              <a:buFont typeface="Fraunces"/>
              <a:buNone/>
            </a:pPr>
            <a:r>
              <a:rPr b="1" i="0" lang="en" sz="2800" u="none" cap="none" strike="noStrike">
                <a:solidFill>
                  <a:schemeClr val="dk1"/>
                </a:solidFill>
                <a:latin typeface="Fraunces"/>
                <a:ea typeface="Fraunces"/>
                <a:cs typeface="Fraunces"/>
                <a:sym typeface="Fraunces"/>
              </a:rPr>
              <a:t>E</a:t>
            </a:r>
            <a:r>
              <a:rPr b="1" lang="en" sz="2800">
                <a:solidFill>
                  <a:schemeClr val="dk1"/>
                </a:solidFill>
                <a:latin typeface="Fraunces"/>
                <a:ea typeface="Fraunces"/>
                <a:cs typeface="Fraunces"/>
                <a:sym typeface="Fraunces"/>
              </a:rPr>
              <a:t>LT</a:t>
            </a:r>
            <a:r>
              <a:rPr b="1" i="0" lang="en" sz="2800" u="none" cap="none" strike="noStrike">
                <a:solidFill>
                  <a:schemeClr val="dk1"/>
                </a:solidFill>
                <a:latin typeface="Fraunces"/>
                <a:ea typeface="Fraunces"/>
                <a:cs typeface="Fraunces"/>
                <a:sym typeface="Fraunces"/>
              </a:rPr>
              <a:t>: Extract, </a:t>
            </a:r>
            <a:r>
              <a:rPr b="1" lang="en" sz="2800">
                <a:solidFill>
                  <a:schemeClr val="dk1"/>
                </a:solidFill>
                <a:latin typeface="Fraunces"/>
                <a:ea typeface="Fraunces"/>
                <a:cs typeface="Fraunces"/>
                <a:sym typeface="Fraunces"/>
              </a:rPr>
              <a:t>Load</a:t>
            </a:r>
            <a:r>
              <a:rPr b="1" i="0" lang="en" sz="2800" u="none" cap="none" strike="noStrike">
                <a:solidFill>
                  <a:schemeClr val="dk1"/>
                </a:solidFill>
                <a:latin typeface="Fraunces"/>
                <a:ea typeface="Fraunces"/>
                <a:cs typeface="Fraunces"/>
                <a:sym typeface="Fraunces"/>
              </a:rPr>
              <a:t>, </a:t>
            </a:r>
            <a:r>
              <a:rPr b="1" lang="en" sz="2800">
                <a:solidFill>
                  <a:schemeClr val="dk1"/>
                </a:solidFill>
                <a:latin typeface="Fraunces"/>
                <a:ea typeface="Fraunces"/>
                <a:cs typeface="Fraunces"/>
                <a:sym typeface="Fraunces"/>
              </a:rPr>
              <a:t>Transform</a:t>
            </a:r>
            <a:endParaRPr b="0" i="0" sz="2800" u="none" cap="none" strike="noStrike">
              <a:solidFill>
                <a:schemeClr val="dk1"/>
              </a:solidFill>
            </a:endParaRPr>
          </a:p>
        </p:txBody>
      </p:sp>
      <p:pic>
        <p:nvPicPr>
          <p:cNvPr descr="preencoded.png" id="506" name="Google Shape;506;p61"/>
          <p:cNvPicPr preferRelativeResize="0"/>
          <p:nvPr/>
        </p:nvPicPr>
        <p:blipFill rotWithShape="1">
          <a:blip r:embed="rId3">
            <a:alphaModFix/>
          </a:blip>
          <a:srcRect b="0" l="0" r="0" t="0"/>
          <a:stretch/>
        </p:blipFill>
        <p:spPr>
          <a:xfrm>
            <a:off x="4783774" y="1725475"/>
            <a:ext cx="590407" cy="850558"/>
          </a:xfrm>
          <a:prstGeom prst="rect">
            <a:avLst/>
          </a:prstGeom>
          <a:noFill/>
          <a:ln>
            <a:noFill/>
          </a:ln>
        </p:spPr>
      </p:pic>
      <p:sp>
        <p:nvSpPr>
          <p:cNvPr id="507" name="Google Shape;507;p61"/>
          <p:cNvSpPr/>
          <p:nvPr/>
        </p:nvSpPr>
        <p:spPr>
          <a:xfrm>
            <a:off x="5492263" y="1867235"/>
            <a:ext cx="14760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1400"/>
              <a:buFont typeface="Fraunces"/>
              <a:buNone/>
            </a:pPr>
            <a:r>
              <a:rPr b="1" i="0" lang="en" sz="1400" u="none" cap="none" strike="noStrike">
                <a:solidFill>
                  <a:schemeClr val="dk1"/>
                </a:solidFill>
                <a:latin typeface="Fraunces"/>
                <a:ea typeface="Fraunces"/>
                <a:cs typeface="Fraunces"/>
                <a:sym typeface="Fraunces"/>
              </a:rPr>
              <a:t>Extract</a:t>
            </a:r>
            <a:endParaRPr b="0" i="0" sz="1400" u="none" cap="none" strike="noStrike">
              <a:solidFill>
                <a:schemeClr val="dk1"/>
              </a:solidFill>
            </a:endParaRPr>
          </a:p>
        </p:txBody>
      </p:sp>
      <p:sp>
        <p:nvSpPr>
          <p:cNvPr id="508" name="Google Shape;508;p61"/>
          <p:cNvSpPr/>
          <p:nvPr/>
        </p:nvSpPr>
        <p:spPr>
          <a:xfrm>
            <a:off x="5492263" y="2173749"/>
            <a:ext cx="3225600" cy="226800"/>
          </a:xfrm>
          <a:prstGeom prst="rect">
            <a:avLst/>
          </a:prstGeom>
          <a:noFill/>
          <a:ln>
            <a:noFill/>
          </a:ln>
        </p:spPr>
        <p:txBody>
          <a:bodyPr anchorCtr="0" anchor="t" bIns="0" lIns="0" spcFirstLastPara="1" rIns="0" wrap="square" tIns="0">
            <a:noAutofit/>
          </a:bodyPr>
          <a:lstStyle/>
          <a:p>
            <a:pPr indent="0" lvl="0" marL="0" rtl="0" algn="l">
              <a:lnSpc>
                <a:spcPct val="162857"/>
              </a:lnSpc>
              <a:spcBef>
                <a:spcPts val="0"/>
              </a:spcBef>
              <a:spcAft>
                <a:spcPts val="0"/>
              </a:spcAft>
              <a:buClr>
                <a:srgbClr val="405449"/>
              </a:buClr>
              <a:buSzPts val="1100"/>
              <a:buFont typeface="Nobile"/>
              <a:buNone/>
            </a:pPr>
            <a:r>
              <a:rPr lang="en" sz="1100">
                <a:solidFill>
                  <a:schemeClr val="dk1"/>
                </a:solidFill>
                <a:latin typeface="Nobile"/>
                <a:ea typeface="Nobile"/>
                <a:cs typeface="Nobile"/>
                <a:sym typeface="Nobile"/>
              </a:rPr>
              <a:t>Data collected from databases, APIs, and files</a:t>
            </a:r>
            <a:endParaRPr sz="1100">
              <a:solidFill>
                <a:schemeClr val="dk1"/>
              </a:solidFill>
            </a:endParaRPr>
          </a:p>
          <a:p>
            <a:pPr indent="0" lvl="0" marL="0" marR="0" rtl="0" algn="l">
              <a:lnSpc>
                <a:spcPct val="162857"/>
              </a:lnSpc>
              <a:spcBef>
                <a:spcPts val="0"/>
              </a:spcBef>
              <a:spcAft>
                <a:spcPts val="0"/>
              </a:spcAft>
              <a:buClr>
                <a:srgbClr val="405449"/>
              </a:buClr>
              <a:buSzPts val="1100"/>
              <a:buFont typeface="Nobile"/>
              <a:buNone/>
            </a:pPr>
            <a:r>
              <a:t/>
            </a:r>
            <a:endParaRPr sz="1100">
              <a:solidFill>
                <a:schemeClr val="dk1"/>
              </a:solidFill>
              <a:latin typeface="Nobile"/>
              <a:ea typeface="Nobile"/>
              <a:cs typeface="Nobile"/>
              <a:sym typeface="Nobile"/>
            </a:endParaRPr>
          </a:p>
        </p:txBody>
      </p:sp>
      <p:pic>
        <p:nvPicPr>
          <p:cNvPr descr="preencoded.png" id="509" name="Google Shape;509;p61"/>
          <p:cNvPicPr preferRelativeResize="0"/>
          <p:nvPr/>
        </p:nvPicPr>
        <p:blipFill rotWithShape="1">
          <a:blip r:embed="rId4">
            <a:alphaModFix/>
          </a:blip>
          <a:srcRect b="0" l="0" r="0" t="0"/>
          <a:stretch/>
        </p:blipFill>
        <p:spPr>
          <a:xfrm>
            <a:off x="4783774" y="2576034"/>
            <a:ext cx="590407" cy="850558"/>
          </a:xfrm>
          <a:prstGeom prst="rect">
            <a:avLst/>
          </a:prstGeom>
          <a:noFill/>
          <a:ln>
            <a:noFill/>
          </a:ln>
        </p:spPr>
      </p:pic>
      <p:sp>
        <p:nvSpPr>
          <p:cNvPr id="510" name="Google Shape;510;p61"/>
          <p:cNvSpPr/>
          <p:nvPr/>
        </p:nvSpPr>
        <p:spPr>
          <a:xfrm>
            <a:off x="5492263" y="2717793"/>
            <a:ext cx="14760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1400"/>
              <a:buFont typeface="Fraunces"/>
              <a:buNone/>
            </a:pPr>
            <a:r>
              <a:rPr b="1" lang="en">
                <a:solidFill>
                  <a:schemeClr val="dk1"/>
                </a:solidFill>
                <a:latin typeface="Fraunces"/>
                <a:ea typeface="Fraunces"/>
                <a:cs typeface="Fraunces"/>
                <a:sym typeface="Fraunces"/>
              </a:rPr>
              <a:t>Load</a:t>
            </a:r>
            <a:endParaRPr b="0" i="0" sz="1400" u="none" cap="none" strike="noStrike">
              <a:solidFill>
                <a:schemeClr val="dk1"/>
              </a:solidFill>
            </a:endParaRPr>
          </a:p>
        </p:txBody>
      </p:sp>
      <p:sp>
        <p:nvSpPr>
          <p:cNvPr id="511" name="Google Shape;511;p61"/>
          <p:cNvSpPr/>
          <p:nvPr/>
        </p:nvSpPr>
        <p:spPr>
          <a:xfrm>
            <a:off x="5492263" y="3024307"/>
            <a:ext cx="3225600" cy="226800"/>
          </a:xfrm>
          <a:prstGeom prst="rect">
            <a:avLst/>
          </a:prstGeom>
          <a:noFill/>
          <a:ln>
            <a:noFill/>
          </a:ln>
        </p:spPr>
        <p:txBody>
          <a:bodyPr anchorCtr="0" anchor="t" bIns="0" lIns="0" spcFirstLastPara="1" rIns="0" wrap="square" tIns="0">
            <a:noAutofit/>
          </a:bodyPr>
          <a:lstStyle/>
          <a:p>
            <a:pPr indent="0" lvl="0" marL="0" rtl="0" algn="l">
              <a:lnSpc>
                <a:spcPct val="162857"/>
              </a:lnSpc>
              <a:spcBef>
                <a:spcPts val="0"/>
              </a:spcBef>
              <a:spcAft>
                <a:spcPts val="0"/>
              </a:spcAft>
              <a:buClr>
                <a:schemeClr val="dk1"/>
              </a:buClr>
              <a:buSzPts val="1100"/>
              <a:buFont typeface="Arial"/>
              <a:buNone/>
            </a:pPr>
            <a:r>
              <a:rPr lang="en" sz="1100">
                <a:solidFill>
                  <a:schemeClr val="dk1"/>
                </a:solidFill>
                <a:latin typeface="Nobile"/>
                <a:ea typeface="Nobile"/>
                <a:cs typeface="Nobile"/>
                <a:sym typeface="Nobile"/>
              </a:rPr>
              <a:t>Raw data loaded directly into data lake or cloud storage</a:t>
            </a:r>
            <a:endParaRPr sz="1100">
              <a:solidFill>
                <a:schemeClr val="dk1"/>
              </a:solidFill>
              <a:latin typeface="Nobile"/>
              <a:ea typeface="Nobile"/>
              <a:cs typeface="Nobile"/>
              <a:sym typeface="Nobile"/>
            </a:endParaRPr>
          </a:p>
          <a:p>
            <a:pPr indent="0" lvl="0" marL="0" rtl="0" algn="l">
              <a:lnSpc>
                <a:spcPct val="162857"/>
              </a:lnSpc>
              <a:spcBef>
                <a:spcPts val="0"/>
              </a:spcBef>
              <a:spcAft>
                <a:spcPts val="0"/>
              </a:spcAft>
              <a:buClr>
                <a:schemeClr val="dk1"/>
              </a:buClr>
              <a:buSzPts val="1100"/>
              <a:buFont typeface="Arial"/>
              <a:buNone/>
            </a:pPr>
            <a:r>
              <a:t/>
            </a:r>
            <a:endParaRPr sz="1100">
              <a:solidFill>
                <a:schemeClr val="dk1"/>
              </a:solidFill>
              <a:latin typeface="Nobile"/>
              <a:ea typeface="Nobile"/>
              <a:cs typeface="Nobile"/>
              <a:sym typeface="Nobile"/>
            </a:endParaRPr>
          </a:p>
          <a:p>
            <a:pPr indent="0" lvl="0" marL="0" marR="0" rtl="0" algn="l">
              <a:lnSpc>
                <a:spcPct val="162857"/>
              </a:lnSpc>
              <a:spcBef>
                <a:spcPts val="0"/>
              </a:spcBef>
              <a:spcAft>
                <a:spcPts val="0"/>
              </a:spcAft>
              <a:buClr>
                <a:srgbClr val="405449"/>
              </a:buClr>
              <a:buSzPts val="1100"/>
              <a:buFont typeface="Nobile"/>
              <a:buNone/>
            </a:pPr>
            <a:r>
              <a:t/>
            </a:r>
            <a:endParaRPr sz="1100">
              <a:solidFill>
                <a:schemeClr val="dk1"/>
              </a:solidFill>
              <a:latin typeface="Nobile"/>
              <a:ea typeface="Nobile"/>
              <a:cs typeface="Nobile"/>
              <a:sym typeface="Nobile"/>
            </a:endParaRPr>
          </a:p>
        </p:txBody>
      </p:sp>
      <p:pic>
        <p:nvPicPr>
          <p:cNvPr descr="preencoded.png" id="512" name="Google Shape;512;p61"/>
          <p:cNvPicPr preferRelativeResize="0"/>
          <p:nvPr/>
        </p:nvPicPr>
        <p:blipFill rotWithShape="1">
          <a:blip r:embed="rId5">
            <a:alphaModFix/>
          </a:blip>
          <a:srcRect b="0" l="0" r="0" t="0"/>
          <a:stretch/>
        </p:blipFill>
        <p:spPr>
          <a:xfrm>
            <a:off x="4783774" y="3426592"/>
            <a:ext cx="590407" cy="850558"/>
          </a:xfrm>
          <a:prstGeom prst="rect">
            <a:avLst/>
          </a:prstGeom>
          <a:noFill/>
          <a:ln>
            <a:noFill/>
          </a:ln>
        </p:spPr>
      </p:pic>
      <p:sp>
        <p:nvSpPr>
          <p:cNvPr id="513" name="Google Shape;513;p61"/>
          <p:cNvSpPr/>
          <p:nvPr/>
        </p:nvSpPr>
        <p:spPr>
          <a:xfrm>
            <a:off x="5492263" y="3568352"/>
            <a:ext cx="14760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05449"/>
              </a:buClr>
              <a:buSzPts val="1400"/>
              <a:buFont typeface="Fraunces"/>
              <a:buNone/>
            </a:pPr>
            <a:r>
              <a:rPr b="1" lang="en">
                <a:solidFill>
                  <a:schemeClr val="dk1"/>
                </a:solidFill>
                <a:latin typeface="Fraunces"/>
                <a:ea typeface="Fraunces"/>
                <a:cs typeface="Fraunces"/>
                <a:sym typeface="Fraunces"/>
              </a:rPr>
              <a:t>Transform</a:t>
            </a:r>
            <a:endParaRPr b="0" i="0" sz="1400" u="none" cap="none" strike="noStrike">
              <a:solidFill>
                <a:schemeClr val="dk1"/>
              </a:solidFill>
            </a:endParaRPr>
          </a:p>
        </p:txBody>
      </p:sp>
      <p:sp>
        <p:nvSpPr>
          <p:cNvPr id="514" name="Google Shape;514;p61"/>
          <p:cNvSpPr/>
          <p:nvPr/>
        </p:nvSpPr>
        <p:spPr>
          <a:xfrm>
            <a:off x="5492275" y="3874875"/>
            <a:ext cx="3651600" cy="226800"/>
          </a:xfrm>
          <a:prstGeom prst="rect">
            <a:avLst/>
          </a:prstGeom>
          <a:noFill/>
          <a:ln>
            <a:noFill/>
          </a:ln>
        </p:spPr>
        <p:txBody>
          <a:bodyPr anchorCtr="0" anchor="t" bIns="0" lIns="0" spcFirstLastPara="1" rIns="0" wrap="square" tIns="0">
            <a:noAutofit/>
          </a:bodyPr>
          <a:lstStyle/>
          <a:p>
            <a:pPr indent="0" lvl="0" marL="0" rtl="0" algn="l">
              <a:lnSpc>
                <a:spcPct val="162857"/>
              </a:lnSpc>
              <a:spcBef>
                <a:spcPts val="0"/>
              </a:spcBef>
              <a:spcAft>
                <a:spcPts val="0"/>
              </a:spcAft>
              <a:buClr>
                <a:schemeClr val="dk1"/>
              </a:buClr>
              <a:buSzPts val="1100"/>
              <a:buFont typeface="Arial"/>
              <a:buNone/>
            </a:pPr>
            <a:r>
              <a:rPr lang="en" sz="1100">
                <a:solidFill>
                  <a:schemeClr val="dk1"/>
                </a:solidFill>
                <a:latin typeface="Nobile"/>
                <a:ea typeface="Nobile"/>
                <a:cs typeface="Nobile"/>
                <a:sym typeface="Nobile"/>
              </a:rPr>
              <a:t>Data transformed inside the platform using powerful computing tools</a:t>
            </a:r>
            <a:endParaRPr sz="1100">
              <a:solidFill>
                <a:schemeClr val="dk1"/>
              </a:solidFill>
              <a:latin typeface="Nobile"/>
              <a:ea typeface="Nobile"/>
              <a:cs typeface="Nobile"/>
              <a:sym typeface="Nobile"/>
            </a:endParaRPr>
          </a:p>
          <a:p>
            <a:pPr indent="0" lvl="0" marL="0" rtl="0" algn="l">
              <a:lnSpc>
                <a:spcPct val="162857"/>
              </a:lnSpc>
              <a:spcBef>
                <a:spcPts val="0"/>
              </a:spcBef>
              <a:spcAft>
                <a:spcPts val="0"/>
              </a:spcAft>
              <a:buClr>
                <a:schemeClr val="dk1"/>
              </a:buClr>
              <a:buSzPts val="1100"/>
              <a:buFont typeface="Arial"/>
              <a:buNone/>
            </a:pPr>
            <a:r>
              <a:t/>
            </a:r>
            <a:endParaRPr sz="1100">
              <a:solidFill>
                <a:schemeClr val="dk1"/>
              </a:solidFill>
              <a:latin typeface="Nobile"/>
              <a:ea typeface="Nobile"/>
              <a:cs typeface="Nobile"/>
              <a:sym typeface="Nobile"/>
            </a:endParaRPr>
          </a:p>
          <a:p>
            <a:pPr indent="0" lvl="0" marL="0" rtl="0" algn="l">
              <a:lnSpc>
                <a:spcPct val="162857"/>
              </a:lnSpc>
              <a:spcBef>
                <a:spcPts val="0"/>
              </a:spcBef>
              <a:spcAft>
                <a:spcPts val="0"/>
              </a:spcAft>
              <a:buClr>
                <a:schemeClr val="dk1"/>
              </a:buClr>
              <a:buSzPts val="1100"/>
              <a:buFont typeface="Arial"/>
              <a:buNone/>
            </a:pPr>
            <a:r>
              <a:t/>
            </a:r>
            <a:endParaRPr sz="1100">
              <a:solidFill>
                <a:schemeClr val="dk1"/>
              </a:solidFill>
              <a:latin typeface="Nobile"/>
              <a:ea typeface="Nobile"/>
              <a:cs typeface="Nobile"/>
              <a:sym typeface="Nobile"/>
            </a:endParaRPr>
          </a:p>
          <a:p>
            <a:pPr indent="0" lvl="0" marL="0" marR="0" rtl="0" algn="l">
              <a:lnSpc>
                <a:spcPct val="162857"/>
              </a:lnSpc>
              <a:spcBef>
                <a:spcPts val="0"/>
              </a:spcBef>
              <a:spcAft>
                <a:spcPts val="0"/>
              </a:spcAft>
              <a:buClr>
                <a:srgbClr val="405449"/>
              </a:buClr>
              <a:buSzPts val="1100"/>
              <a:buFont typeface="Nobile"/>
              <a:buNone/>
            </a:pPr>
            <a:r>
              <a:t/>
            </a:r>
            <a:endParaRPr sz="1100">
              <a:solidFill>
                <a:schemeClr val="dk1"/>
              </a:solidFill>
              <a:latin typeface="Nobile"/>
              <a:ea typeface="Nobile"/>
              <a:cs typeface="Nobile"/>
              <a:sym typeface="Nobile"/>
            </a:endParaRPr>
          </a:p>
        </p:txBody>
      </p:sp>
      <p:sp>
        <p:nvSpPr>
          <p:cNvPr id="515" name="Google Shape;515;p61"/>
          <p:cNvSpPr/>
          <p:nvPr/>
        </p:nvSpPr>
        <p:spPr>
          <a:xfrm>
            <a:off x="4783774" y="4558975"/>
            <a:ext cx="39342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05449"/>
              </a:buClr>
              <a:buSzPts val="1100"/>
              <a:buFont typeface="Nobile"/>
              <a:buNone/>
            </a:pPr>
            <a:r>
              <a:rPr b="1" lang="en" sz="1100">
                <a:solidFill>
                  <a:schemeClr val="dk1"/>
                </a:solidFill>
                <a:latin typeface="Nobile"/>
                <a:ea typeface="Nobile"/>
                <a:cs typeface="Nobile"/>
                <a:sym typeface="Nobile"/>
              </a:rPr>
              <a:t>Key idea:</a:t>
            </a:r>
            <a:r>
              <a:rPr lang="en" sz="1100">
                <a:solidFill>
                  <a:schemeClr val="dk1"/>
                </a:solidFill>
                <a:latin typeface="Nobile"/>
                <a:ea typeface="Nobile"/>
                <a:cs typeface="Nobile"/>
                <a:sym typeface="Nobile"/>
              </a:rPr>
              <a:t> Data is transformed after storage, enabling faster ingestion of massive datasets.</a:t>
            </a:r>
            <a:endParaRPr b="0" i="0" sz="1100" u="none" cap="none" strike="noStrike">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2"/>
          <p:cNvSpPr/>
          <p:nvPr/>
        </p:nvSpPr>
        <p:spPr>
          <a:xfrm>
            <a:off x="5397148" y="2527375"/>
            <a:ext cx="1650600" cy="2119800"/>
          </a:xfrm>
          <a:prstGeom prst="snip1Rect">
            <a:avLst>
              <a:gd fmla="val 1666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21" name="Google Shape;521;p62"/>
          <p:cNvSpPr/>
          <p:nvPr/>
        </p:nvSpPr>
        <p:spPr>
          <a:xfrm>
            <a:off x="3746696" y="2527375"/>
            <a:ext cx="1650600" cy="2119800"/>
          </a:xfrm>
          <a:prstGeom prst="snip1Rect">
            <a:avLst>
              <a:gd fmla="val 1666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22" name="Google Shape;522;p62"/>
          <p:cNvSpPr/>
          <p:nvPr/>
        </p:nvSpPr>
        <p:spPr>
          <a:xfrm>
            <a:off x="7047601" y="2527375"/>
            <a:ext cx="1650600" cy="2119800"/>
          </a:xfrm>
          <a:prstGeom prst="snip1Rect">
            <a:avLst>
              <a:gd fmla="val 1666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23" name="Google Shape;523;p62"/>
          <p:cNvSpPr/>
          <p:nvPr/>
        </p:nvSpPr>
        <p:spPr>
          <a:xfrm>
            <a:off x="445783" y="2527375"/>
            <a:ext cx="1650600" cy="2119800"/>
          </a:xfrm>
          <a:prstGeom prst="snip1Rect">
            <a:avLst>
              <a:gd fmla="val 1666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24" name="Google Shape;524;p62"/>
          <p:cNvSpPr/>
          <p:nvPr/>
        </p:nvSpPr>
        <p:spPr>
          <a:xfrm>
            <a:off x="2096229" y="2527375"/>
            <a:ext cx="1650600" cy="2119800"/>
          </a:xfrm>
          <a:prstGeom prst="snip1Rect">
            <a:avLst>
              <a:gd fmla="val 1666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25" name="Google Shape;525;p62"/>
          <p:cNvSpPr/>
          <p:nvPr/>
        </p:nvSpPr>
        <p:spPr>
          <a:xfrm>
            <a:off x="8698053" y="2527375"/>
            <a:ext cx="446100" cy="2119800"/>
          </a:xfrm>
          <a:prstGeom prst="snip1Rect">
            <a:avLst>
              <a:gd fmla="val 0"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6" name="Google Shape;526;p62"/>
          <p:cNvSpPr/>
          <p:nvPr/>
        </p:nvSpPr>
        <p:spPr>
          <a:xfrm>
            <a:off x="7625" y="2527450"/>
            <a:ext cx="438150" cy="2121700"/>
          </a:xfrm>
          <a:custGeom>
            <a:rect b="b" l="l" r="r" t="t"/>
            <a:pathLst>
              <a:path extrusionOk="0" h="84868" w="17526">
                <a:moveTo>
                  <a:pt x="0" y="84868"/>
                </a:moveTo>
                <a:lnTo>
                  <a:pt x="17526" y="84868"/>
                </a:lnTo>
                <a:lnTo>
                  <a:pt x="17526" y="10954"/>
                </a:lnTo>
                <a:lnTo>
                  <a:pt x="6572" y="0"/>
                </a:lnTo>
                <a:lnTo>
                  <a:pt x="0" y="0"/>
                </a:lnTo>
                <a:close/>
              </a:path>
            </a:pathLst>
          </a:custGeom>
          <a:noFill/>
          <a:ln cap="flat" cmpd="sng" w="9525">
            <a:solidFill>
              <a:schemeClr val="accent3"/>
            </a:solidFill>
            <a:prstDash val="solid"/>
            <a:round/>
            <a:headEnd len="sm" w="sm" type="none"/>
            <a:tailEnd len="sm" w="sm" type="none"/>
          </a:ln>
        </p:spPr>
      </p:sp>
      <p:sp>
        <p:nvSpPr>
          <p:cNvPr id="527" name="Google Shape;527;p62"/>
          <p:cNvSpPr txBox="1"/>
          <p:nvPr>
            <p:ph type="title"/>
          </p:nvPr>
        </p:nvSpPr>
        <p:spPr>
          <a:xfrm>
            <a:off x="439550" y="765750"/>
            <a:ext cx="5045700" cy="10398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SzPts val="3000"/>
              <a:buNone/>
            </a:pPr>
            <a:r>
              <a:rPr lang="en"/>
              <a:t>Data Pipelines</a:t>
            </a:r>
            <a:endParaRPr/>
          </a:p>
          <a:p>
            <a:pPr indent="0" lvl="0" marL="0" rtl="0" algn="l">
              <a:spcBef>
                <a:spcPts val="0"/>
              </a:spcBef>
              <a:spcAft>
                <a:spcPts val="0"/>
              </a:spcAft>
              <a:buSzPts val="3000"/>
              <a:buNone/>
            </a:pPr>
            <a:r>
              <a:t/>
            </a:r>
            <a:endParaRPr/>
          </a:p>
        </p:txBody>
      </p:sp>
      <p:sp>
        <p:nvSpPr>
          <p:cNvPr id="528" name="Google Shape;528;p62"/>
          <p:cNvSpPr txBox="1"/>
          <p:nvPr>
            <p:ph idx="2" type="title"/>
          </p:nvPr>
        </p:nvSpPr>
        <p:spPr>
          <a:xfrm>
            <a:off x="602600" y="2574475"/>
            <a:ext cx="1872300" cy="410100"/>
          </a:xfrm>
          <a:prstGeom prst="rect">
            <a:avLst/>
          </a:prstGeom>
        </p:spPr>
        <p:txBody>
          <a:bodyPr anchorCtr="0" anchor="ctr" bIns="91425" lIns="0" spcFirstLastPara="1" rIns="91425" wrap="square" tIns="91425">
            <a:noAutofit/>
          </a:bodyPr>
          <a:lstStyle/>
          <a:p>
            <a:pPr indent="0" lvl="0" marL="0" rtl="0" algn="l">
              <a:lnSpc>
                <a:spcPct val="115000"/>
              </a:lnSpc>
              <a:spcBef>
                <a:spcPts val="0"/>
              </a:spcBef>
              <a:spcAft>
                <a:spcPts val="0"/>
              </a:spcAft>
              <a:buSzPts val="1000"/>
              <a:buNone/>
            </a:pPr>
            <a:r>
              <a:rPr lang="en"/>
              <a:t>Early Data Processing (1960s–1980s)</a:t>
            </a:r>
            <a:endParaRPr>
              <a:solidFill>
                <a:schemeClr val="accent3"/>
              </a:solidFill>
            </a:endParaRPr>
          </a:p>
        </p:txBody>
      </p:sp>
      <p:sp>
        <p:nvSpPr>
          <p:cNvPr id="529" name="Google Shape;529;p62"/>
          <p:cNvSpPr txBox="1"/>
          <p:nvPr>
            <p:ph idx="3" type="body"/>
          </p:nvPr>
        </p:nvSpPr>
        <p:spPr>
          <a:xfrm>
            <a:off x="602600" y="3034200"/>
            <a:ext cx="1336800" cy="1416000"/>
          </a:xfrm>
          <a:prstGeom prst="rect">
            <a:avLst/>
          </a:prstGeom>
        </p:spPr>
        <p:txBody>
          <a:bodyPr anchorCtr="0" anchor="t" bIns="91425" lIns="0" spcFirstLastPara="1" rIns="91425" wrap="square" tIns="0">
            <a:noAutofit/>
          </a:bodyPr>
          <a:lstStyle/>
          <a:p>
            <a:pPr indent="0" lvl="0" marL="0" rtl="0" algn="l">
              <a:lnSpc>
                <a:spcPct val="115000"/>
              </a:lnSpc>
              <a:spcBef>
                <a:spcPts val="1200"/>
              </a:spcBef>
              <a:spcAft>
                <a:spcPts val="1200"/>
              </a:spcAft>
              <a:buSzPts val="1100"/>
              <a:buNone/>
            </a:pPr>
            <a:r>
              <a:rPr lang="en" sz="800"/>
              <a:t>Originally, companies kept data in traditional transactional databases for operating. If you wanted to run analytics you had to manually export your data and do big batch processes, which were extremely slow and cumbersome.</a:t>
            </a:r>
            <a:endParaRPr sz="800"/>
          </a:p>
        </p:txBody>
      </p:sp>
      <p:sp>
        <p:nvSpPr>
          <p:cNvPr id="530" name="Google Shape;530;p62"/>
          <p:cNvSpPr txBox="1"/>
          <p:nvPr>
            <p:ph idx="4" type="title"/>
          </p:nvPr>
        </p:nvSpPr>
        <p:spPr>
          <a:xfrm>
            <a:off x="2245850" y="2624100"/>
            <a:ext cx="1433100" cy="410100"/>
          </a:xfrm>
          <a:prstGeom prst="rect">
            <a:avLst/>
          </a:prstGeom>
        </p:spPr>
        <p:txBody>
          <a:bodyPr anchorCtr="0" anchor="ctr" bIns="91425" lIns="0"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Data Warehousing and the Rise of ETL (1990s)</a:t>
            </a:r>
            <a:endParaRPr>
              <a:solidFill>
                <a:schemeClr val="accent3"/>
              </a:solidFill>
            </a:endParaRPr>
          </a:p>
        </p:txBody>
      </p:sp>
      <p:sp>
        <p:nvSpPr>
          <p:cNvPr id="531" name="Google Shape;531;p62"/>
          <p:cNvSpPr txBox="1"/>
          <p:nvPr>
            <p:ph idx="5" type="body"/>
          </p:nvPr>
        </p:nvSpPr>
        <p:spPr>
          <a:xfrm>
            <a:off x="2174687" y="3127800"/>
            <a:ext cx="1493700" cy="14160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SzPts val="1000"/>
              <a:buNone/>
            </a:pPr>
            <a:r>
              <a:rPr lang="en" sz="800"/>
              <a:t>To help create a system to analyze the data, central data warehouses were created to centralize business intelligence, and ETL pipelines were set up to extract data from multiple systems and transform it into a common format, allowing it to be loaded into the warehouse.</a:t>
            </a:r>
            <a:endParaRPr sz="800"/>
          </a:p>
        </p:txBody>
      </p:sp>
      <p:sp>
        <p:nvSpPr>
          <p:cNvPr id="532" name="Google Shape;532;p62"/>
          <p:cNvSpPr txBox="1"/>
          <p:nvPr>
            <p:ph idx="6" type="title"/>
          </p:nvPr>
        </p:nvSpPr>
        <p:spPr>
          <a:xfrm>
            <a:off x="3892488" y="2624100"/>
            <a:ext cx="1359000" cy="410100"/>
          </a:xfrm>
          <a:prstGeom prst="rect">
            <a:avLst/>
          </a:prstGeom>
        </p:spPr>
        <p:txBody>
          <a:bodyPr anchorCtr="0" anchor="ctr" bIns="91425" lIns="0"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Big Data and Distributed Storage (2000s)</a:t>
            </a:r>
            <a:endParaRPr>
              <a:solidFill>
                <a:schemeClr val="accent3"/>
              </a:solidFill>
            </a:endParaRPr>
          </a:p>
        </p:txBody>
      </p:sp>
      <p:sp>
        <p:nvSpPr>
          <p:cNvPr id="533" name="Google Shape;533;p62"/>
          <p:cNvSpPr txBox="1"/>
          <p:nvPr>
            <p:ph idx="7" type="body"/>
          </p:nvPr>
        </p:nvSpPr>
        <p:spPr>
          <a:xfrm>
            <a:off x="3855438" y="3191775"/>
            <a:ext cx="1433100" cy="12033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SzPts val="1000"/>
              <a:buNone/>
            </a:pPr>
            <a:r>
              <a:rPr lang="en" sz="800"/>
              <a:t>As the internet has grown and there have been more distributed data systems like Apache Hadoop, the amount of data that organizations can store has skyrocketed.</a:t>
            </a:r>
            <a:endParaRPr sz="800"/>
          </a:p>
          <a:p>
            <a:pPr indent="0" lvl="0" marL="0" rtl="0" algn="l">
              <a:lnSpc>
                <a:spcPct val="100000"/>
              </a:lnSpc>
              <a:spcBef>
                <a:spcPts val="0"/>
              </a:spcBef>
              <a:spcAft>
                <a:spcPts val="0"/>
              </a:spcAft>
              <a:buSzPts val="1000"/>
              <a:buNone/>
            </a:pPr>
            <a:r>
              <a:t/>
            </a:r>
            <a:endParaRPr sz="800"/>
          </a:p>
        </p:txBody>
      </p:sp>
      <p:sp>
        <p:nvSpPr>
          <p:cNvPr id="534" name="Google Shape;534;p62"/>
          <p:cNvSpPr txBox="1"/>
          <p:nvPr>
            <p:ph idx="8" type="title"/>
          </p:nvPr>
        </p:nvSpPr>
        <p:spPr>
          <a:xfrm>
            <a:off x="5554050" y="2624100"/>
            <a:ext cx="1336800" cy="410100"/>
          </a:xfrm>
          <a:prstGeom prst="rect">
            <a:avLst/>
          </a:prstGeom>
        </p:spPr>
        <p:txBody>
          <a:bodyPr anchorCtr="0" anchor="ctr" bIns="91425" lIns="0"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Emergence of ELT and Data Lakes (2010s)</a:t>
            </a:r>
            <a:endParaRPr>
              <a:solidFill>
                <a:schemeClr val="accent3"/>
              </a:solidFill>
            </a:endParaRPr>
          </a:p>
        </p:txBody>
      </p:sp>
      <p:sp>
        <p:nvSpPr>
          <p:cNvPr id="535" name="Google Shape;535;p62"/>
          <p:cNvSpPr txBox="1"/>
          <p:nvPr>
            <p:ph idx="9" type="body"/>
          </p:nvPr>
        </p:nvSpPr>
        <p:spPr>
          <a:xfrm>
            <a:off x="5523775" y="3127800"/>
            <a:ext cx="1493700" cy="14160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SzPts val="1000"/>
              <a:buNone/>
            </a:pPr>
            <a:r>
              <a:rPr lang="en" sz="800"/>
              <a:t>As storage costs drop and distributed processing systems like Apache Spark have become more powerful, organizations are now loading raw data 1st and transforming data in their large-scale data systems.</a:t>
            </a:r>
            <a:endParaRPr sz="800"/>
          </a:p>
          <a:p>
            <a:pPr indent="0" lvl="0" marL="0" rtl="0" algn="l">
              <a:lnSpc>
                <a:spcPct val="100000"/>
              </a:lnSpc>
              <a:spcBef>
                <a:spcPts val="0"/>
              </a:spcBef>
              <a:spcAft>
                <a:spcPts val="0"/>
              </a:spcAft>
              <a:buSzPts val="1000"/>
              <a:buNone/>
            </a:pPr>
            <a:r>
              <a:t/>
            </a:r>
            <a:endParaRPr sz="800"/>
          </a:p>
        </p:txBody>
      </p:sp>
      <p:sp>
        <p:nvSpPr>
          <p:cNvPr id="536" name="Google Shape;536;p62"/>
          <p:cNvSpPr txBox="1"/>
          <p:nvPr>
            <p:ph idx="13" type="title"/>
          </p:nvPr>
        </p:nvSpPr>
        <p:spPr>
          <a:xfrm>
            <a:off x="7204500" y="2624100"/>
            <a:ext cx="1336800" cy="410100"/>
          </a:xfrm>
          <a:prstGeom prst="rect">
            <a:avLst/>
          </a:prstGeom>
        </p:spPr>
        <p:txBody>
          <a:bodyPr anchorCtr="0" anchor="ctr" bIns="91425" lIns="0"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Real-Time Streaming Data Pipelines (Late 2010s–Present)</a:t>
            </a:r>
            <a:endParaRPr>
              <a:solidFill>
                <a:schemeClr val="accent3"/>
              </a:solidFill>
            </a:endParaRPr>
          </a:p>
        </p:txBody>
      </p:sp>
      <p:sp>
        <p:nvSpPr>
          <p:cNvPr id="537" name="Google Shape;537;p62"/>
          <p:cNvSpPr txBox="1"/>
          <p:nvPr>
            <p:ph idx="14" type="body"/>
          </p:nvPr>
        </p:nvSpPr>
        <p:spPr>
          <a:xfrm>
            <a:off x="7204500" y="3127800"/>
            <a:ext cx="1336800" cy="14160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SzPts val="1000"/>
              <a:buNone/>
            </a:pPr>
            <a:r>
              <a:rPr lang="en" sz="800"/>
              <a:t>Today modern software applications continuously generate streaming data, for which companies use streaming data platforms, such as Apache Kafka, to ingest real-time data and run analytics in their modern big data architecture.</a:t>
            </a:r>
            <a:endParaRPr sz="800"/>
          </a:p>
        </p:txBody>
      </p:sp>
      <p:sp>
        <p:nvSpPr>
          <p:cNvPr id="538" name="Google Shape;538;p62"/>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700"/>
              <a:buNone/>
            </a:pPr>
            <a:r>
              <a:rPr lang="en"/>
              <a:t>History and Evolution of</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3"/>
          <p:cNvSpPr/>
          <p:nvPr/>
        </p:nvSpPr>
        <p:spPr>
          <a:xfrm>
            <a:off x="7002862" y="619550"/>
            <a:ext cx="2141100" cy="15099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544" name="Google Shape;544;p63"/>
          <p:cNvSpPr/>
          <p:nvPr/>
        </p:nvSpPr>
        <p:spPr>
          <a:xfrm>
            <a:off x="2825150" y="2125400"/>
            <a:ext cx="2325900" cy="15099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545" name="Google Shape;545;p63"/>
          <p:cNvSpPr/>
          <p:nvPr/>
        </p:nvSpPr>
        <p:spPr>
          <a:xfrm>
            <a:off x="7002737" y="3637100"/>
            <a:ext cx="2141100" cy="15099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descr="Slide theme title" id="546" name="Google Shape;546;p63"/>
          <p:cNvSpPr txBox="1"/>
          <p:nvPr>
            <p:ph type="title"/>
          </p:nvPr>
        </p:nvSpPr>
        <p:spPr>
          <a:xfrm>
            <a:off x="929475" y="914400"/>
            <a:ext cx="3633000" cy="10773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2400"/>
              <a:buNone/>
            </a:pPr>
            <a:r>
              <a:rPr lang="en"/>
              <a:t>Modern Big Data Tools</a:t>
            </a:r>
            <a:endParaRPr/>
          </a:p>
          <a:p>
            <a:pPr indent="0" lvl="0" marL="0" rtl="0" algn="l">
              <a:spcBef>
                <a:spcPts val="0"/>
              </a:spcBef>
              <a:spcAft>
                <a:spcPts val="0"/>
              </a:spcAft>
              <a:buSzPts val="2400"/>
              <a:buNone/>
            </a:pPr>
            <a:r>
              <a:t/>
            </a:r>
            <a:endParaRPr/>
          </a:p>
          <a:p>
            <a:pPr indent="0" lvl="0" marL="0" rtl="0" algn="l">
              <a:spcBef>
                <a:spcPts val="0"/>
              </a:spcBef>
              <a:spcAft>
                <a:spcPts val="0"/>
              </a:spcAft>
              <a:buSzPts val="2400"/>
              <a:buNone/>
            </a:pPr>
            <a:r>
              <a:t/>
            </a:r>
            <a:endParaRPr/>
          </a:p>
        </p:txBody>
      </p:sp>
      <p:sp>
        <p:nvSpPr>
          <p:cNvPr descr="Slide theme subtitle" id="547" name="Google Shape;547;p63"/>
          <p:cNvSpPr txBox="1"/>
          <p:nvPr>
            <p:ph idx="5" type="title"/>
          </p:nvPr>
        </p:nvSpPr>
        <p:spPr>
          <a:xfrm>
            <a:off x="7229568" y="707546"/>
            <a:ext cx="1696500" cy="269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200"/>
              <a:buNone/>
            </a:pPr>
            <a:r>
              <a:rPr lang="en"/>
              <a:t>Kafka</a:t>
            </a:r>
            <a:endParaRPr/>
          </a:p>
        </p:txBody>
      </p:sp>
      <p:sp>
        <p:nvSpPr>
          <p:cNvPr descr="Slide theme subtitle" id="548" name="Google Shape;548;p63"/>
          <p:cNvSpPr txBox="1"/>
          <p:nvPr>
            <p:ph idx="6" type="title"/>
          </p:nvPr>
        </p:nvSpPr>
        <p:spPr>
          <a:xfrm>
            <a:off x="3039810" y="2257870"/>
            <a:ext cx="1696500" cy="269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200"/>
              <a:buNone/>
            </a:pPr>
            <a:r>
              <a:rPr lang="en"/>
              <a:t>Spark</a:t>
            </a:r>
            <a:endParaRPr/>
          </a:p>
        </p:txBody>
      </p:sp>
      <p:sp>
        <p:nvSpPr>
          <p:cNvPr descr="Slide theme subtitle" id="549" name="Google Shape;549;p63"/>
          <p:cNvSpPr txBox="1"/>
          <p:nvPr>
            <p:ph idx="7" type="title"/>
          </p:nvPr>
        </p:nvSpPr>
        <p:spPr>
          <a:xfrm>
            <a:off x="7123957" y="3776426"/>
            <a:ext cx="1696500" cy="269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200"/>
              <a:buNone/>
            </a:pPr>
            <a:r>
              <a:rPr lang="en"/>
              <a:t>Hadoop</a:t>
            </a:r>
            <a:endParaRPr/>
          </a:p>
        </p:txBody>
      </p:sp>
      <p:sp>
        <p:nvSpPr>
          <p:cNvPr descr="Slide theme description" id="550" name="Google Shape;550;p63"/>
          <p:cNvSpPr txBox="1"/>
          <p:nvPr>
            <p:ph idx="1" type="body"/>
          </p:nvPr>
        </p:nvSpPr>
        <p:spPr>
          <a:xfrm>
            <a:off x="3039800" y="2531900"/>
            <a:ext cx="1890900" cy="8301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sz="900"/>
              <a:t>Spark is a distributed processing engine used to analyze large datasets and perform ELT transformations, often by reading data streams from Kafka and processing data stored in Hadoop.</a:t>
            </a:r>
            <a:endParaRPr sz="900"/>
          </a:p>
          <a:p>
            <a:pPr indent="0" lvl="0" marL="0" rtl="0" algn="l">
              <a:lnSpc>
                <a:spcPct val="115000"/>
              </a:lnSpc>
              <a:spcBef>
                <a:spcPts val="0"/>
              </a:spcBef>
              <a:spcAft>
                <a:spcPts val="0"/>
              </a:spcAft>
              <a:buClr>
                <a:schemeClr val="dk1"/>
              </a:buClr>
              <a:buSzPts val="1100"/>
              <a:buFont typeface="Arial"/>
              <a:buNone/>
            </a:pPr>
            <a:r>
              <a:t/>
            </a:r>
            <a:endParaRPr sz="900"/>
          </a:p>
        </p:txBody>
      </p:sp>
      <p:sp>
        <p:nvSpPr>
          <p:cNvPr descr="Slide theme description" id="551" name="Google Shape;551;p63"/>
          <p:cNvSpPr txBox="1"/>
          <p:nvPr>
            <p:ph idx="8" type="body"/>
          </p:nvPr>
        </p:nvSpPr>
        <p:spPr>
          <a:xfrm>
            <a:off x="7131700" y="4076775"/>
            <a:ext cx="1890900" cy="8301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1000"/>
              <a:buNone/>
            </a:pPr>
            <a:r>
              <a:rPr lang="en" sz="900"/>
              <a:t>Hadoop </a:t>
            </a:r>
            <a:r>
              <a:rPr lang="en" sz="900"/>
              <a:t>provides </a:t>
            </a:r>
            <a:r>
              <a:rPr lang="en" sz="900"/>
              <a:t>distributed storage for massive datasets and can store raw data accessed by Spark for processing or ingested from Kafka streams.</a:t>
            </a:r>
            <a:endParaRPr sz="900"/>
          </a:p>
          <a:p>
            <a:pPr indent="0" lvl="0" marL="0" rtl="0" algn="l">
              <a:lnSpc>
                <a:spcPct val="115000"/>
              </a:lnSpc>
              <a:spcBef>
                <a:spcPts val="0"/>
              </a:spcBef>
              <a:spcAft>
                <a:spcPts val="0"/>
              </a:spcAft>
              <a:buSzPts val="1000"/>
              <a:buNone/>
            </a:pPr>
            <a:r>
              <a:t/>
            </a:r>
            <a:endParaRPr sz="900"/>
          </a:p>
        </p:txBody>
      </p:sp>
      <p:sp>
        <p:nvSpPr>
          <p:cNvPr descr="Slide theme description" id="552" name="Google Shape;552;p63"/>
          <p:cNvSpPr txBox="1"/>
          <p:nvPr>
            <p:ph idx="9" type="body"/>
          </p:nvPr>
        </p:nvSpPr>
        <p:spPr>
          <a:xfrm>
            <a:off x="7229576" y="959450"/>
            <a:ext cx="1998600" cy="8301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1000"/>
              <a:buNone/>
            </a:pPr>
            <a:r>
              <a:rPr lang="en" sz="900"/>
              <a:t>Kafka is used for real-time data feeds, streaming large amounts of data from multiple sources to Spark for processing or Hadoop for storage.</a:t>
            </a:r>
            <a:endParaRPr sz="900"/>
          </a:p>
          <a:p>
            <a:pPr indent="0" lvl="0" marL="0" rtl="0" algn="l">
              <a:lnSpc>
                <a:spcPct val="115000"/>
              </a:lnSpc>
              <a:spcBef>
                <a:spcPts val="0"/>
              </a:spcBef>
              <a:spcAft>
                <a:spcPts val="0"/>
              </a:spcAft>
              <a:buSzPts val="1000"/>
              <a:buNone/>
            </a:pPr>
            <a:r>
              <a:t/>
            </a:r>
            <a:endParaRPr sz="900"/>
          </a:p>
        </p:txBody>
      </p:sp>
      <p:pic>
        <p:nvPicPr>
          <p:cNvPr id="553" name="Google Shape;553;p63"/>
          <p:cNvPicPr preferRelativeResize="0"/>
          <p:nvPr/>
        </p:nvPicPr>
        <p:blipFill>
          <a:blip r:embed="rId3">
            <a:alphaModFix/>
          </a:blip>
          <a:stretch>
            <a:fillRect/>
          </a:stretch>
        </p:blipFill>
        <p:spPr>
          <a:xfrm>
            <a:off x="4930700" y="619550"/>
            <a:ext cx="2034825" cy="1509900"/>
          </a:xfrm>
          <a:prstGeom prst="rect">
            <a:avLst/>
          </a:prstGeom>
          <a:noFill/>
          <a:ln>
            <a:noFill/>
          </a:ln>
        </p:spPr>
      </p:pic>
      <p:pic>
        <p:nvPicPr>
          <p:cNvPr id="554" name="Google Shape;554;p63"/>
          <p:cNvPicPr preferRelativeResize="0"/>
          <p:nvPr/>
        </p:nvPicPr>
        <p:blipFill>
          <a:blip r:embed="rId4">
            <a:alphaModFix/>
          </a:blip>
          <a:stretch>
            <a:fillRect/>
          </a:stretch>
        </p:blipFill>
        <p:spPr>
          <a:xfrm>
            <a:off x="684050" y="2064475"/>
            <a:ext cx="2141101" cy="1631750"/>
          </a:xfrm>
          <a:prstGeom prst="rect">
            <a:avLst/>
          </a:prstGeom>
          <a:noFill/>
          <a:ln>
            <a:noFill/>
          </a:ln>
        </p:spPr>
      </p:pic>
      <p:pic>
        <p:nvPicPr>
          <p:cNvPr id="555" name="Google Shape;555;p63"/>
          <p:cNvPicPr preferRelativeResize="0"/>
          <p:nvPr/>
        </p:nvPicPr>
        <p:blipFill>
          <a:blip r:embed="rId5">
            <a:alphaModFix/>
          </a:blip>
          <a:stretch>
            <a:fillRect/>
          </a:stretch>
        </p:blipFill>
        <p:spPr>
          <a:xfrm>
            <a:off x="4953141" y="3633598"/>
            <a:ext cx="2049709" cy="1509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4"/>
          <p:cNvSpPr txBox="1"/>
          <p:nvPr/>
        </p:nvSpPr>
        <p:spPr>
          <a:xfrm>
            <a:off x="179325" y="135975"/>
            <a:ext cx="4185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2"/>
                </a:solidFill>
                <a:latin typeface="Lato"/>
                <a:ea typeface="Lato"/>
                <a:cs typeface="Lato"/>
                <a:sym typeface="Lato"/>
              </a:rPr>
              <a:t>Popularity and Community Support</a:t>
            </a:r>
            <a:endParaRPr sz="2000">
              <a:solidFill>
                <a:schemeClr val="dk2"/>
              </a:solidFill>
              <a:latin typeface="Lato"/>
              <a:ea typeface="Lato"/>
              <a:cs typeface="Lato"/>
              <a:sym typeface="Lato"/>
            </a:endParaRPr>
          </a:p>
        </p:txBody>
      </p:sp>
      <p:sp>
        <p:nvSpPr>
          <p:cNvPr id="561" name="Google Shape;561;p64"/>
          <p:cNvSpPr txBox="1"/>
          <p:nvPr/>
        </p:nvSpPr>
        <p:spPr>
          <a:xfrm>
            <a:off x="125200" y="1112125"/>
            <a:ext cx="2349600" cy="12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Lato"/>
                <a:ea typeface="Lato"/>
                <a:cs typeface="Lato"/>
                <a:sym typeface="Lato"/>
              </a:rPr>
              <a:t>Kafka is extremely popular, used by over 80% of the Fortune 100 companies and nearly 50,000 organizations worldwide.  It is one of the five most active projects in the Apache Software Foundation and has over 5 million unique lifetime downloads.</a:t>
            </a:r>
            <a:endParaRPr sz="1000">
              <a:solidFill>
                <a:schemeClr val="dk2"/>
              </a:solidFill>
              <a:latin typeface="Lato"/>
              <a:ea typeface="Lato"/>
              <a:cs typeface="Lato"/>
              <a:sym typeface="Lato"/>
            </a:endParaRPr>
          </a:p>
        </p:txBody>
      </p:sp>
      <p:sp>
        <p:nvSpPr>
          <p:cNvPr id="562" name="Google Shape;562;p64"/>
          <p:cNvSpPr txBox="1"/>
          <p:nvPr/>
        </p:nvSpPr>
        <p:spPr>
          <a:xfrm>
            <a:off x="2881550" y="1112125"/>
            <a:ext cx="2674500" cy="135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Lato"/>
                <a:ea typeface="Lato"/>
                <a:cs typeface="Lato"/>
                <a:sym typeface="Lato"/>
              </a:rPr>
              <a:t>Spark is one of the most widely adopted and popular big data processing frameworks globally, with a large and active open-source community.  It has become the largest open-source community in big data, with over 1,000 contributors from more than 250 organizations, and is used by major enterprises across diverse industries.</a:t>
            </a:r>
            <a:endParaRPr sz="1000">
              <a:solidFill>
                <a:schemeClr val="dk2"/>
              </a:solidFill>
              <a:latin typeface="Lato"/>
              <a:ea typeface="Lato"/>
              <a:cs typeface="Lato"/>
              <a:sym typeface="Lato"/>
            </a:endParaRPr>
          </a:p>
        </p:txBody>
      </p:sp>
      <p:sp>
        <p:nvSpPr>
          <p:cNvPr id="563" name="Google Shape;563;p64"/>
          <p:cNvSpPr txBox="1"/>
          <p:nvPr/>
        </p:nvSpPr>
        <p:spPr>
          <a:xfrm>
            <a:off x="6185350" y="1112125"/>
            <a:ext cx="2674500" cy="135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Lato"/>
                <a:ea typeface="Lato"/>
                <a:cs typeface="Lato"/>
                <a:sym typeface="Lato"/>
              </a:rPr>
              <a:t>Hadoop is used in large enterprises and organizations with legacy on-premise infrastructure.  As of 2026, Apache Hadoop holds 8.71% market share in the big-data-analytics category, competing with tools like Databricks (17.53%), Azure Databricks (16.76%), and Microsoft Azure Synapse (9.58%).  Over 8,498 companies worldwide use Hadoop</a:t>
            </a:r>
            <a:endParaRPr sz="1000">
              <a:solidFill>
                <a:schemeClr val="dk2"/>
              </a:solidFill>
              <a:latin typeface="Lato"/>
              <a:ea typeface="Lato"/>
              <a:cs typeface="Lato"/>
              <a:sym typeface="Lato"/>
            </a:endParaRPr>
          </a:p>
        </p:txBody>
      </p:sp>
      <p:pic>
        <p:nvPicPr>
          <p:cNvPr id="564" name="Google Shape;564;p64"/>
          <p:cNvPicPr preferRelativeResize="0"/>
          <p:nvPr/>
        </p:nvPicPr>
        <p:blipFill>
          <a:blip r:embed="rId3">
            <a:alphaModFix/>
          </a:blip>
          <a:stretch>
            <a:fillRect/>
          </a:stretch>
        </p:blipFill>
        <p:spPr>
          <a:xfrm>
            <a:off x="5718475" y="2699775"/>
            <a:ext cx="3425525" cy="1973347"/>
          </a:xfrm>
          <a:prstGeom prst="rect">
            <a:avLst/>
          </a:prstGeom>
          <a:noFill/>
          <a:ln>
            <a:noFill/>
          </a:ln>
        </p:spPr>
      </p:pic>
      <p:pic>
        <p:nvPicPr>
          <p:cNvPr id="565" name="Google Shape;565;p64"/>
          <p:cNvPicPr preferRelativeResize="0"/>
          <p:nvPr/>
        </p:nvPicPr>
        <p:blipFill>
          <a:blip r:embed="rId4">
            <a:alphaModFix/>
          </a:blip>
          <a:stretch>
            <a:fillRect/>
          </a:stretch>
        </p:blipFill>
        <p:spPr>
          <a:xfrm>
            <a:off x="3225" y="2788750"/>
            <a:ext cx="2802549" cy="1795400"/>
          </a:xfrm>
          <a:prstGeom prst="rect">
            <a:avLst/>
          </a:prstGeom>
          <a:noFill/>
          <a:ln>
            <a:noFill/>
          </a:ln>
        </p:spPr>
      </p:pic>
      <p:pic>
        <p:nvPicPr>
          <p:cNvPr id="566" name="Google Shape;566;p64"/>
          <p:cNvPicPr preferRelativeResize="0"/>
          <p:nvPr/>
        </p:nvPicPr>
        <p:blipFill>
          <a:blip r:embed="rId5">
            <a:alphaModFix/>
          </a:blip>
          <a:stretch>
            <a:fillRect/>
          </a:stretch>
        </p:blipFill>
        <p:spPr>
          <a:xfrm>
            <a:off x="2766612" y="2811113"/>
            <a:ext cx="2904375" cy="1750675"/>
          </a:xfrm>
          <a:prstGeom prst="rect">
            <a:avLst/>
          </a:prstGeom>
          <a:noFill/>
          <a:ln>
            <a:noFill/>
          </a:ln>
        </p:spPr>
      </p:pic>
      <p:sp>
        <p:nvSpPr>
          <p:cNvPr id="567" name="Google Shape;567;p64"/>
          <p:cNvSpPr txBox="1"/>
          <p:nvPr>
            <p:ph type="title"/>
          </p:nvPr>
        </p:nvSpPr>
        <p:spPr>
          <a:xfrm>
            <a:off x="125200" y="702925"/>
            <a:ext cx="1259100" cy="4092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Kafka </a:t>
            </a:r>
            <a:endParaRPr/>
          </a:p>
        </p:txBody>
      </p:sp>
      <p:sp>
        <p:nvSpPr>
          <p:cNvPr id="568" name="Google Shape;568;p64"/>
          <p:cNvSpPr txBox="1"/>
          <p:nvPr>
            <p:ph type="title"/>
          </p:nvPr>
        </p:nvSpPr>
        <p:spPr>
          <a:xfrm>
            <a:off x="2929025" y="702925"/>
            <a:ext cx="1259100" cy="4092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Spark</a:t>
            </a:r>
            <a:endParaRPr/>
          </a:p>
        </p:txBody>
      </p:sp>
      <p:sp>
        <p:nvSpPr>
          <p:cNvPr id="569" name="Google Shape;569;p64"/>
          <p:cNvSpPr txBox="1"/>
          <p:nvPr>
            <p:ph type="title"/>
          </p:nvPr>
        </p:nvSpPr>
        <p:spPr>
          <a:xfrm>
            <a:off x="6185350" y="702925"/>
            <a:ext cx="1259100" cy="4092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Hadoop</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5"/>
          <p:cNvSpPr txBox="1"/>
          <p:nvPr>
            <p:ph type="title"/>
          </p:nvPr>
        </p:nvSpPr>
        <p:spPr>
          <a:xfrm>
            <a:off x="203950" y="188900"/>
            <a:ext cx="1259100" cy="4092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Kafka </a:t>
            </a:r>
            <a:endParaRPr/>
          </a:p>
        </p:txBody>
      </p:sp>
      <p:pic>
        <p:nvPicPr>
          <p:cNvPr id="575" name="Google Shape;575;p65"/>
          <p:cNvPicPr preferRelativeResize="0"/>
          <p:nvPr/>
        </p:nvPicPr>
        <p:blipFill>
          <a:blip r:embed="rId3">
            <a:alphaModFix/>
          </a:blip>
          <a:stretch>
            <a:fillRect/>
          </a:stretch>
        </p:blipFill>
        <p:spPr>
          <a:xfrm>
            <a:off x="101475" y="598100"/>
            <a:ext cx="3516426" cy="2252725"/>
          </a:xfrm>
          <a:prstGeom prst="rect">
            <a:avLst/>
          </a:prstGeom>
          <a:noFill/>
          <a:ln>
            <a:noFill/>
          </a:ln>
        </p:spPr>
      </p:pic>
      <p:pic>
        <p:nvPicPr>
          <p:cNvPr id="576" name="Google Shape;576;p65"/>
          <p:cNvPicPr preferRelativeResize="0"/>
          <p:nvPr/>
        </p:nvPicPr>
        <p:blipFill>
          <a:blip r:embed="rId4">
            <a:alphaModFix/>
          </a:blip>
          <a:stretch>
            <a:fillRect/>
          </a:stretch>
        </p:blipFill>
        <p:spPr>
          <a:xfrm>
            <a:off x="4120150" y="528025"/>
            <a:ext cx="3853578" cy="2322799"/>
          </a:xfrm>
          <a:prstGeom prst="rect">
            <a:avLst/>
          </a:prstGeom>
          <a:noFill/>
          <a:ln>
            <a:noFill/>
          </a:ln>
        </p:spPr>
      </p:pic>
      <p:sp>
        <p:nvSpPr>
          <p:cNvPr id="577" name="Google Shape;577;p65"/>
          <p:cNvSpPr txBox="1"/>
          <p:nvPr>
            <p:ph type="title"/>
          </p:nvPr>
        </p:nvSpPr>
        <p:spPr>
          <a:xfrm>
            <a:off x="203950" y="3102550"/>
            <a:ext cx="1259100" cy="4092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Hadoop</a:t>
            </a:r>
            <a:endParaRPr/>
          </a:p>
          <a:p>
            <a:pPr indent="0" lvl="0" marL="0" rtl="0" algn="l">
              <a:spcBef>
                <a:spcPts val="0"/>
              </a:spcBef>
              <a:spcAft>
                <a:spcPts val="0"/>
              </a:spcAft>
              <a:buNone/>
            </a:pPr>
            <a:r>
              <a:t/>
            </a:r>
            <a:endParaRPr/>
          </a:p>
        </p:txBody>
      </p:sp>
      <p:sp>
        <p:nvSpPr>
          <p:cNvPr id="578" name="Google Shape;578;p65"/>
          <p:cNvSpPr txBox="1"/>
          <p:nvPr>
            <p:ph type="title"/>
          </p:nvPr>
        </p:nvSpPr>
        <p:spPr>
          <a:xfrm>
            <a:off x="4120150" y="81150"/>
            <a:ext cx="1259100" cy="4092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Spark</a:t>
            </a:r>
            <a:endParaRPr/>
          </a:p>
        </p:txBody>
      </p:sp>
      <p:pic>
        <p:nvPicPr>
          <p:cNvPr id="579" name="Google Shape;579;p65"/>
          <p:cNvPicPr preferRelativeResize="0"/>
          <p:nvPr/>
        </p:nvPicPr>
        <p:blipFill>
          <a:blip r:embed="rId5">
            <a:alphaModFix/>
          </a:blip>
          <a:stretch>
            <a:fillRect/>
          </a:stretch>
        </p:blipFill>
        <p:spPr>
          <a:xfrm>
            <a:off x="1993450" y="2890775"/>
            <a:ext cx="3910484" cy="22527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66"/>
          <p:cNvSpPr/>
          <p:nvPr/>
        </p:nvSpPr>
        <p:spPr>
          <a:xfrm flipH="1">
            <a:off x="474675" y="4505592"/>
            <a:ext cx="8094600" cy="574200"/>
          </a:xfrm>
          <a:prstGeom prst="snip1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85" name="Google Shape;585;p66"/>
          <p:cNvSpPr/>
          <p:nvPr/>
        </p:nvSpPr>
        <p:spPr>
          <a:xfrm flipH="1">
            <a:off x="474675" y="3944306"/>
            <a:ext cx="8094600" cy="574200"/>
          </a:xfrm>
          <a:prstGeom prst="snip1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86" name="Google Shape;586;p66"/>
          <p:cNvSpPr/>
          <p:nvPr/>
        </p:nvSpPr>
        <p:spPr>
          <a:xfrm flipH="1">
            <a:off x="474675" y="3370192"/>
            <a:ext cx="8094600" cy="574200"/>
          </a:xfrm>
          <a:prstGeom prst="snip1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87" name="Google Shape;587;p66"/>
          <p:cNvSpPr/>
          <p:nvPr/>
        </p:nvSpPr>
        <p:spPr>
          <a:xfrm flipH="1">
            <a:off x="474674" y="2795661"/>
            <a:ext cx="8094600" cy="5742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88" name="Google Shape;588;p66"/>
          <p:cNvSpPr/>
          <p:nvPr/>
        </p:nvSpPr>
        <p:spPr>
          <a:xfrm flipH="1">
            <a:off x="474675" y="2234767"/>
            <a:ext cx="8094600" cy="574200"/>
          </a:xfrm>
          <a:prstGeom prst="snip1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89" name="Google Shape;589;p66"/>
          <p:cNvSpPr/>
          <p:nvPr/>
        </p:nvSpPr>
        <p:spPr>
          <a:xfrm flipH="1">
            <a:off x="474674" y="1660236"/>
            <a:ext cx="8094600" cy="574200"/>
          </a:xfrm>
          <a:prstGeom prst="snip1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90" name="Google Shape;590;p66"/>
          <p:cNvSpPr txBox="1"/>
          <p:nvPr>
            <p:ph type="title"/>
          </p:nvPr>
        </p:nvSpPr>
        <p:spPr>
          <a:xfrm>
            <a:off x="474675" y="211225"/>
            <a:ext cx="5244600" cy="10398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a:t>ETL vs ELT Side-by-Side Comparison</a:t>
            </a:r>
            <a:endParaRPr/>
          </a:p>
        </p:txBody>
      </p:sp>
      <p:sp>
        <p:nvSpPr>
          <p:cNvPr id="591" name="Google Shape;591;p66"/>
          <p:cNvSpPr txBox="1"/>
          <p:nvPr>
            <p:ph idx="2" type="subTitle"/>
          </p:nvPr>
        </p:nvSpPr>
        <p:spPr>
          <a:xfrm>
            <a:off x="686775" y="1762975"/>
            <a:ext cx="1236900" cy="3915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0"/>
              </a:spcAft>
              <a:buClr>
                <a:schemeClr val="dk1"/>
              </a:buClr>
              <a:buSzPts val="1000"/>
              <a:buFont typeface="Arial"/>
              <a:buNone/>
            </a:pPr>
            <a:r>
              <a:rPr lang="en" sz="1000"/>
              <a:t>Transformation</a:t>
            </a:r>
            <a:endParaRPr sz="1000"/>
          </a:p>
          <a:p>
            <a:pPr indent="0" lvl="0" marL="0" rtl="0" algn="l">
              <a:lnSpc>
                <a:spcPct val="100000"/>
              </a:lnSpc>
              <a:spcBef>
                <a:spcPts val="0"/>
              </a:spcBef>
              <a:spcAft>
                <a:spcPts val="0"/>
              </a:spcAft>
              <a:buClr>
                <a:schemeClr val="dk1"/>
              </a:buClr>
              <a:buSzPts val="1000"/>
              <a:buFont typeface="Arial"/>
              <a:buNone/>
            </a:pPr>
            <a:r>
              <a:t/>
            </a:r>
            <a:endParaRPr sz="1000"/>
          </a:p>
        </p:txBody>
      </p:sp>
      <p:sp>
        <p:nvSpPr>
          <p:cNvPr id="592" name="Google Shape;592;p66"/>
          <p:cNvSpPr txBox="1"/>
          <p:nvPr>
            <p:ph idx="3" type="subTitle"/>
          </p:nvPr>
        </p:nvSpPr>
        <p:spPr>
          <a:xfrm>
            <a:off x="686775" y="2323575"/>
            <a:ext cx="1236900" cy="3915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0"/>
              </a:spcAft>
              <a:buClr>
                <a:schemeClr val="dk1"/>
              </a:buClr>
              <a:buSzPts val="1000"/>
              <a:buFont typeface="Arial"/>
              <a:buNone/>
            </a:pPr>
            <a:r>
              <a:rPr lang="en" sz="1000"/>
              <a:t>Speed</a:t>
            </a:r>
            <a:endParaRPr sz="1000"/>
          </a:p>
        </p:txBody>
      </p:sp>
      <p:sp>
        <p:nvSpPr>
          <p:cNvPr id="593" name="Google Shape;593;p66"/>
          <p:cNvSpPr txBox="1"/>
          <p:nvPr>
            <p:ph idx="4" type="subTitle"/>
          </p:nvPr>
        </p:nvSpPr>
        <p:spPr>
          <a:xfrm>
            <a:off x="686775" y="2893838"/>
            <a:ext cx="1236900" cy="3915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0"/>
              </a:spcAft>
              <a:buClr>
                <a:schemeClr val="dk1"/>
              </a:buClr>
              <a:buSzPts val="1000"/>
              <a:buFont typeface="Arial"/>
              <a:buNone/>
            </a:pPr>
            <a:r>
              <a:rPr lang="en" sz="1000"/>
              <a:t>Data Storage</a:t>
            </a:r>
            <a:endParaRPr sz="1000"/>
          </a:p>
          <a:p>
            <a:pPr indent="0" lvl="0" marL="0" rtl="0" algn="l">
              <a:lnSpc>
                <a:spcPct val="100000"/>
              </a:lnSpc>
              <a:spcBef>
                <a:spcPts val="0"/>
              </a:spcBef>
              <a:spcAft>
                <a:spcPts val="0"/>
              </a:spcAft>
              <a:buClr>
                <a:schemeClr val="dk1"/>
              </a:buClr>
              <a:buSzPts val="1000"/>
              <a:buFont typeface="Arial"/>
              <a:buNone/>
            </a:pPr>
            <a:r>
              <a:t/>
            </a:r>
            <a:endParaRPr sz="1000"/>
          </a:p>
        </p:txBody>
      </p:sp>
      <p:sp>
        <p:nvSpPr>
          <p:cNvPr id="594" name="Google Shape;594;p66"/>
          <p:cNvSpPr txBox="1"/>
          <p:nvPr>
            <p:ph idx="5" type="subTitle"/>
          </p:nvPr>
        </p:nvSpPr>
        <p:spPr>
          <a:xfrm>
            <a:off x="686775" y="3467600"/>
            <a:ext cx="1236900" cy="3915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0"/>
              </a:spcAft>
              <a:buClr>
                <a:schemeClr val="dk1"/>
              </a:buClr>
              <a:buSzPts val="1000"/>
              <a:buFont typeface="Arial"/>
              <a:buNone/>
            </a:pPr>
            <a:r>
              <a:rPr lang="en" sz="1000"/>
              <a:t>Big Data Tools</a:t>
            </a:r>
            <a:endParaRPr sz="1000"/>
          </a:p>
          <a:p>
            <a:pPr indent="0" lvl="0" marL="0" rtl="0" algn="l">
              <a:lnSpc>
                <a:spcPct val="100000"/>
              </a:lnSpc>
              <a:spcBef>
                <a:spcPts val="0"/>
              </a:spcBef>
              <a:spcAft>
                <a:spcPts val="0"/>
              </a:spcAft>
              <a:buClr>
                <a:schemeClr val="dk1"/>
              </a:buClr>
              <a:buSzPts val="1000"/>
              <a:buFont typeface="Arial"/>
              <a:buNone/>
            </a:pPr>
            <a:r>
              <a:t/>
            </a:r>
            <a:endParaRPr sz="1000"/>
          </a:p>
        </p:txBody>
      </p:sp>
      <p:sp>
        <p:nvSpPr>
          <p:cNvPr id="595" name="Google Shape;595;p66"/>
          <p:cNvSpPr txBox="1"/>
          <p:nvPr>
            <p:ph idx="6" type="subTitle"/>
          </p:nvPr>
        </p:nvSpPr>
        <p:spPr>
          <a:xfrm>
            <a:off x="686775" y="4029250"/>
            <a:ext cx="1236900" cy="3915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0"/>
              </a:spcAft>
              <a:buClr>
                <a:schemeClr val="dk1"/>
              </a:buClr>
              <a:buSzPts val="1000"/>
              <a:buFont typeface="Arial"/>
              <a:buNone/>
            </a:pPr>
            <a:r>
              <a:rPr lang="en" sz="1000"/>
              <a:t>Best For</a:t>
            </a:r>
            <a:endParaRPr sz="1000"/>
          </a:p>
          <a:p>
            <a:pPr indent="0" lvl="0" marL="0" rtl="0" algn="l">
              <a:lnSpc>
                <a:spcPct val="100000"/>
              </a:lnSpc>
              <a:spcBef>
                <a:spcPts val="0"/>
              </a:spcBef>
              <a:spcAft>
                <a:spcPts val="0"/>
              </a:spcAft>
              <a:buClr>
                <a:schemeClr val="dk1"/>
              </a:buClr>
              <a:buSzPts val="1000"/>
              <a:buFont typeface="Arial"/>
              <a:buNone/>
            </a:pPr>
            <a:r>
              <a:t/>
            </a:r>
            <a:endParaRPr sz="1000"/>
          </a:p>
        </p:txBody>
      </p:sp>
      <p:sp>
        <p:nvSpPr>
          <p:cNvPr id="596" name="Google Shape;596;p66"/>
          <p:cNvSpPr txBox="1"/>
          <p:nvPr>
            <p:ph idx="7" type="body"/>
          </p:nvPr>
        </p:nvSpPr>
        <p:spPr>
          <a:xfrm>
            <a:off x="5824800" y="4009675"/>
            <a:ext cx="24771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Data lakes &amp; streaming</a:t>
            </a:r>
            <a:endParaRPr sz="900"/>
          </a:p>
          <a:p>
            <a:pPr indent="0" lvl="0" marL="0" rtl="0" algn="l">
              <a:lnSpc>
                <a:spcPct val="100000"/>
              </a:lnSpc>
              <a:spcBef>
                <a:spcPts val="0"/>
              </a:spcBef>
              <a:spcAft>
                <a:spcPts val="0"/>
              </a:spcAft>
              <a:buClr>
                <a:schemeClr val="dk1"/>
              </a:buClr>
              <a:buSzPts val="900"/>
              <a:buFont typeface="Arial"/>
              <a:buNone/>
            </a:pPr>
            <a:r>
              <a:t/>
            </a:r>
            <a:endParaRPr sz="900"/>
          </a:p>
        </p:txBody>
      </p:sp>
      <p:sp>
        <p:nvSpPr>
          <p:cNvPr id="597" name="Google Shape;597;p66"/>
          <p:cNvSpPr txBox="1"/>
          <p:nvPr>
            <p:ph idx="8" type="body"/>
          </p:nvPr>
        </p:nvSpPr>
        <p:spPr>
          <a:xfrm>
            <a:off x="5824800" y="3463050"/>
            <a:ext cx="24771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Kafka + Spark + Hadoop</a:t>
            </a:r>
            <a:endParaRPr sz="900"/>
          </a:p>
        </p:txBody>
      </p:sp>
      <p:sp>
        <p:nvSpPr>
          <p:cNvPr id="598" name="Google Shape;598;p66"/>
          <p:cNvSpPr txBox="1"/>
          <p:nvPr>
            <p:ph idx="9" type="body"/>
          </p:nvPr>
        </p:nvSpPr>
        <p:spPr>
          <a:xfrm>
            <a:off x="5824800" y="2884538"/>
            <a:ext cx="24771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Briefly describe the content of this asset. </a:t>
            </a:r>
            <a:endParaRPr sz="900"/>
          </a:p>
          <a:p>
            <a:pPr indent="0" lvl="0" marL="0" marR="0" rtl="0" algn="l">
              <a:lnSpc>
                <a:spcPct val="100000"/>
              </a:lnSpc>
              <a:spcBef>
                <a:spcPts val="0"/>
              </a:spcBef>
              <a:spcAft>
                <a:spcPts val="0"/>
              </a:spcAft>
              <a:buClr>
                <a:schemeClr val="dk1"/>
              </a:buClr>
              <a:buSzPts val="900"/>
              <a:buFont typeface="Arial"/>
              <a:buNone/>
            </a:pPr>
            <a:r>
              <a:t/>
            </a:r>
            <a:endParaRPr sz="900"/>
          </a:p>
        </p:txBody>
      </p:sp>
      <p:sp>
        <p:nvSpPr>
          <p:cNvPr id="599" name="Google Shape;599;p66"/>
          <p:cNvSpPr txBox="1"/>
          <p:nvPr>
            <p:ph idx="13" type="body"/>
          </p:nvPr>
        </p:nvSpPr>
        <p:spPr>
          <a:xfrm>
            <a:off x="5824800" y="2323725"/>
            <a:ext cx="24771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Faster with modern engines</a:t>
            </a:r>
            <a:endParaRPr sz="900"/>
          </a:p>
          <a:p>
            <a:pPr indent="0" lvl="0" marL="0" rtl="0" algn="l">
              <a:lnSpc>
                <a:spcPct val="100000"/>
              </a:lnSpc>
              <a:spcBef>
                <a:spcPts val="0"/>
              </a:spcBef>
              <a:spcAft>
                <a:spcPts val="0"/>
              </a:spcAft>
              <a:buClr>
                <a:schemeClr val="dk1"/>
              </a:buClr>
              <a:buSzPts val="900"/>
              <a:buFont typeface="Arial"/>
              <a:buNone/>
            </a:pPr>
            <a:r>
              <a:t/>
            </a:r>
            <a:endParaRPr sz="900"/>
          </a:p>
        </p:txBody>
      </p:sp>
      <p:sp>
        <p:nvSpPr>
          <p:cNvPr id="600" name="Google Shape;600;p66"/>
          <p:cNvSpPr txBox="1"/>
          <p:nvPr>
            <p:ph idx="14" type="title"/>
          </p:nvPr>
        </p:nvSpPr>
        <p:spPr>
          <a:xfrm>
            <a:off x="504700" y="1251038"/>
            <a:ext cx="1419000" cy="338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r>
              <a:rPr lang="en"/>
              <a:t>Feature</a:t>
            </a:r>
            <a:endParaRPr/>
          </a:p>
        </p:txBody>
      </p:sp>
      <p:sp>
        <p:nvSpPr>
          <p:cNvPr id="601" name="Google Shape;601;p66"/>
          <p:cNvSpPr txBox="1"/>
          <p:nvPr>
            <p:ph idx="15" type="title"/>
          </p:nvPr>
        </p:nvSpPr>
        <p:spPr>
          <a:xfrm>
            <a:off x="2158325" y="1251025"/>
            <a:ext cx="2307300" cy="338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r>
              <a:rPr lang="en"/>
              <a:t>ETL</a:t>
            </a:r>
            <a:br>
              <a:rPr lang="en"/>
            </a:br>
            <a:br>
              <a:rPr lang="en"/>
            </a:br>
            <a:r>
              <a:rPr lang="en"/>
              <a:t>Extract → Transform → Load</a:t>
            </a:r>
            <a:r>
              <a:rPr lang="en"/>
              <a:t> </a:t>
            </a:r>
            <a:endParaRPr/>
          </a:p>
        </p:txBody>
      </p:sp>
      <p:sp>
        <p:nvSpPr>
          <p:cNvPr id="602" name="Google Shape;602;p66"/>
          <p:cNvSpPr txBox="1"/>
          <p:nvPr>
            <p:ph idx="17" type="title"/>
          </p:nvPr>
        </p:nvSpPr>
        <p:spPr>
          <a:xfrm>
            <a:off x="5826525" y="1251050"/>
            <a:ext cx="2102100" cy="3387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r>
              <a:rPr lang="en"/>
              <a:t>ELT</a:t>
            </a:r>
            <a:br>
              <a:rPr lang="en"/>
            </a:br>
            <a:br>
              <a:rPr lang="en"/>
            </a:br>
            <a:r>
              <a:rPr lang="en"/>
              <a:t>Extract → Load → Transform</a:t>
            </a:r>
            <a:endParaRPr/>
          </a:p>
        </p:txBody>
      </p:sp>
      <p:sp>
        <p:nvSpPr>
          <p:cNvPr id="603" name="Google Shape;603;p66"/>
          <p:cNvSpPr txBox="1"/>
          <p:nvPr>
            <p:ph idx="22" type="body"/>
          </p:nvPr>
        </p:nvSpPr>
        <p:spPr>
          <a:xfrm>
            <a:off x="2208150" y="4009675"/>
            <a:ext cx="16620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Structured warehouses</a:t>
            </a:r>
            <a:endParaRPr sz="900"/>
          </a:p>
          <a:p>
            <a:pPr indent="0" lvl="0" marL="0" rtl="0" algn="l">
              <a:lnSpc>
                <a:spcPct val="100000"/>
              </a:lnSpc>
              <a:spcBef>
                <a:spcPts val="0"/>
              </a:spcBef>
              <a:spcAft>
                <a:spcPts val="0"/>
              </a:spcAft>
              <a:buClr>
                <a:schemeClr val="dk1"/>
              </a:buClr>
              <a:buSzPts val="900"/>
              <a:buFont typeface="Arial"/>
              <a:buNone/>
            </a:pPr>
            <a:r>
              <a:t/>
            </a:r>
            <a:endParaRPr sz="900"/>
          </a:p>
        </p:txBody>
      </p:sp>
      <p:sp>
        <p:nvSpPr>
          <p:cNvPr id="604" name="Google Shape;604;p66"/>
          <p:cNvSpPr txBox="1"/>
          <p:nvPr>
            <p:ph idx="23" type="body"/>
          </p:nvPr>
        </p:nvSpPr>
        <p:spPr>
          <a:xfrm>
            <a:off x="2208150" y="3463053"/>
            <a:ext cx="16620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Spark ETL pipelines</a:t>
            </a:r>
            <a:endParaRPr sz="900"/>
          </a:p>
          <a:p>
            <a:pPr indent="0" lvl="0" marL="0" rtl="0" algn="l">
              <a:lnSpc>
                <a:spcPct val="100000"/>
              </a:lnSpc>
              <a:spcBef>
                <a:spcPts val="0"/>
              </a:spcBef>
              <a:spcAft>
                <a:spcPts val="0"/>
              </a:spcAft>
              <a:buClr>
                <a:schemeClr val="dk1"/>
              </a:buClr>
              <a:buSzPts val="900"/>
              <a:buFont typeface="Arial"/>
              <a:buNone/>
            </a:pPr>
            <a:r>
              <a:t/>
            </a:r>
            <a:endParaRPr sz="900"/>
          </a:p>
        </p:txBody>
      </p:sp>
      <p:sp>
        <p:nvSpPr>
          <p:cNvPr id="605" name="Google Shape;605;p66"/>
          <p:cNvSpPr txBox="1"/>
          <p:nvPr>
            <p:ph idx="24" type="body"/>
          </p:nvPr>
        </p:nvSpPr>
        <p:spPr>
          <a:xfrm>
            <a:off x="2208150" y="2884544"/>
            <a:ext cx="16620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Only processed data</a:t>
            </a:r>
            <a:endParaRPr sz="900"/>
          </a:p>
          <a:p>
            <a:pPr indent="0" lvl="0" marL="0" rtl="0" algn="l">
              <a:lnSpc>
                <a:spcPct val="100000"/>
              </a:lnSpc>
              <a:spcBef>
                <a:spcPts val="0"/>
              </a:spcBef>
              <a:spcAft>
                <a:spcPts val="0"/>
              </a:spcAft>
              <a:buClr>
                <a:schemeClr val="dk1"/>
              </a:buClr>
              <a:buSzPts val="900"/>
              <a:buFont typeface="Arial"/>
              <a:buNone/>
            </a:pPr>
            <a:r>
              <a:t/>
            </a:r>
            <a:endParaRPr sz="900"/>
          </a:p>
        </p:txBody>
      </p:sp>
      <p:sp>
        <p:nvSpPr>
          <p:cNvPr id="606" name="Google Shape;606;p66"/>
          <p:cNvSpPr txBox="1"/>
          <p:nvPr>
            <p:ph idx="25" type="body"/>
          </p:nvPr>
        </p:nvSpPr>
        <p:spPr>
          <a:xfrm>
            <a:off x="2208150" y="2323734"/>
            <a:ext cx="16620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Slower for large datasets</a:t>
            </a:r>
            <a:endParaRPr sz="900"/>
          </a:p>
          <a:p>
            <a:pPr indent="0" lvl="0" marL="0" rtl="0" algn="l">
              <a:lnSpc>
                <a:spcPct val="100000"/>
              </a:lnSpc>
              <a:spcBef>
                <a:spcPts val="0"/>
              </a:spcBef>
              <a:spcAft>
                <a:spcPts val="0"/>
              </a:spcAft>
              <a:buClr>
                <a:schemeClr val="dk1"/>
              </a:buClr>
              <a:buSzPts val="900"/>
              <a:buFont typeface="Arial"/>
              <a:buNone/>
            </a:pPr>
            <a:r>
              <a:t/>
            </a:r>
            <a:endParaRPr sz="900"/>
          </a:p>
        </p:txBody>
      </p:sp>
      <p:sp>
        <p:nvSpPr>
          <p:cNvPr id="607" name="Google Shape;607;p66"/>
          <p:cNvSpPr txBox="1"/>
          <p:nvPr>
            <p:ph idx="26" type="body"/>
          </p:nvPr>
        </p:nvSpPr>
        <p:spPr>
          <a:xfrm>
            <a:off x="5824800" y="1763163"/>
            <a:ext cx="24771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Inside data warehouse/lake</a:t>
            </a:r>
            <a:endParaRPr sz="900"/>
          </a:p>
          <a:p>
            <a:pPr indent="0" lvl="0" marL="0" rtl="0" algn="l">
              <a:lnSpc>
                <a:spcPct val="100000"/>
              </a:lnSpc>
              <a:spcBef>
                <a:spcPts val="0"/>
              </a:spcBef>
              <a:spcAft>
                <a:spcPts val="0"/>
              </a:spcAft>
              <a:buClr>
                <a:schemeClr val="dk1"/>
              </a:buClr>
              <a:buSzPts val="900"/>
              <a:buFont typeface="Arial"/>
              <a:buNone/>
            </a:pPr>
            <a:r>
              <a:t/>
            </a:r>
            <a:endParaRPr sz="900"/>
          </a:p>
        </p:txBody>
      </p:sp>
      <p:sp>
        <p:nvSpPr>
          <p:cNvPr id="608" name="Google Shape;608;p66"/>
          <p:cNvSpPr txBox="1"/>
          <p:nvPr>
            <p:ph idx="28" type="body"/>
          </p:nvPr>
        </p:nvSpPr>
        <p:spPr>
          <a:xfrm>
            <a:off x="2208150" y="1763175"/>
            <a:ext cx="22575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Before loading</a:t>
            </a:r>
            <a:endParaRPr sz="900"/>
          </a:p>
          <a:p>
            <a:pPr indent="0" lvl="0" marL="0" rtl="0" algn="l">
              <a:lnSpc>
                <a:spcPct val="100000"/>
              </a:lnSpc>
              <a:spcBef>
                <a:spcPts val="0"/>
              </a:spcBef>
              <a:spcAft>
                <a:spcPts val="0"/>
              </a:spcAft>
              <a:buClr>
                <a:schemeClr val="dk1"/>
              </a:buClr>
              <a:buSzPts val="900"/>
              <a:buFont typeface="Arial"/>
              <a:buNone/>
            </a:pPr>
            <a:r>
              <a:t/>
            </a:r>
            <a:endParaRPr sz="900"/>
          </a:p>
        </p:txBody>
      </p:sp>
      <p:sp>
        <p:nvSpPr>
          <p:cNvPr id="609" name="Google Shape;609;p66"/>
          <p:cNvSpPr txBox="1"/>
          <p:nvPr>
            <p:ph idx="6" type="subTitle"/>
          </p:nvPr>
        </p:nvSpPr>
        <p:spPr>
          <a:xfrm>
            <a:off x="686775" y="4590550"/>
            <a:ext cx="1236900" cy="3915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0"/>
              </a:spcAft>
              <a:buClr>
                <a:schemeClr val="dk1"/>
              </a:buClr>
              <a:buSzPts val="1000"/>
              <a:buFont typeface="Arial"/>
              <a:buNone/>
            </a:pPr>
            <a:r>
              <a:rPr lang="en" sz="1000"/>
              <a:t>Scalability</a:t>
            </a:r>
            <a:endParaRPr sz="1000"/>
          </a:p>
          <a:p>
            <a:pPr indent="0" lvl="0" marL="0" rtl="0" algn="l">
              <a:lnSpc>
                <a:spcPct val="100000"/>
              </a:lnSpc>
              <a:spcBef>
                <a:spcPts val="0"/>
              </a:spcBef>
              <a:spcAft>
                <a:spcPts val="0"/>
              </a:spcAft>
              <a:buClr>
                <a:schemeClr val="dk1"/>
              </a:buClr>
              <a:buSzPts val="1000"/>
              <a:buFont typeface="Arial"/>
              <a:buNone/>
            </a:pPr>
            <a:r>
              <a:t/>
            </a:r>
            <a:endParaRPr sz="1000"/>
          </a:p>
          <a:p>
            <a:pPr indent="0" lvl="0" marL="0" rtl="0" algn="l">
              <a:lnSpc>
                <a:spcPct val="100000"/>
              </a:lnSpc>
              <a:spcBef>
                <a:spcPts val="0"/>
              </a:spcBef>
              <a:spcAft>
                <a:spcPts val="0"/>
              </a:spcAft>
              <a:buClr>
                <a:schemeClr val="dk1"/>
              </a:buClr>
              <a:buSzPts val="1000"/>
              <a:buFont typeface="Arial"/>
              <a:buNone/>
            </a:pPr>
            <a:r>
              <a:t/>
            </a:r>
            <a:endParaRPr sz="1000"/>
          </a:p>
        </p:txBody>
      </p:sp>
      <p:sp>
        <p:nvSpPr>
          <p:cNvPr id="610" name="Google Shape;610;p66"/>
          <p:cNvSpPr txBox="1"/>
          <p:nvPr>
            <p:ph idx="7" type="body"/>
          </p:nvPr>
        </p:nvSpPr>
        <p:spPr>
          <a:xfrm>
            <a:off x="5824800" y="4570975"/>
            <a:ext cx="24771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Highly scalable</a:t>
            </a:r>
            <a:endParaRPr sz="900"/>
          </a:p>
          <a:p>
            <a:pPr indent="0" lvl="0" marL="0" rtl="0" algn="l">
              <a:lnSpc>
                <a:spcPct val="100000"/>
              </a:lnSpc>
              <a:spcBef>
                <a:spcPts val="0"/>
              </a:spcBef>
              <a:spcAft>
                <a:spcPts val="0"/>
              </a:spcAft>
              <a:buClr>
                <a:schemeClr val="dk1"/>
              </a:buClr>
              <a:buSzPts val="900"/>
              <a:buFont typeface="Arial"/>
              <a:buNone/>
            </a:pPr>
            <a:r>
              <a:t/>
            </a:r>
            <a:endParaRPr sz="900"/>
          </a:p>
          <a:p>
            <a:pPr indent="0" lvl="0" marL="0" rtl="0" algn="l">
              <a:lnSpc>
                <a:spcPct val="100000"/>
              </a:lnSpc>
              <a:spcBef>
                <a:spcPts val="0"/>
              </a:spcBef>
              <a:spcAft>
                <a:spcPts val="0"/>
              </a:spcAft>
              <a:buClr>
                <a:schemeClr val="dk1"/>
              </a:buClr>
              <a:buSzPts val="900"/>
              <a:buFont typeface="Arial"/>
              <a:buNone/>
            </a:pPr>
            <a:r>
              <a:t/>
            </a:r>
            <a:endParaRPr sz="900"/>
          </a:p>
        </p:txBody>
      </p:sp>
      <p:sp>
        <p:nvSpPr>
          <p:cNvPr id="611" name="Google Shape;611;p66"/>
          <p:cNvSpPr txBox="1"/>
          <p:nvPr>
            <p:ph idx="22" type="body"/>
          </p:nvPr>
        </p:nvSpPr>
        <p:spPr>
          <a:xfrm>
            <a:off x="2208150" y="4570975"/>
            <a:ext cx="1662000" cy="410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900"/>
              <a:buFont typeface="Arial"/>
              <a:buNone/>
            </a:pPr>
            <a:r>
              <a:rPr lang="en" sz="900"/>
              <a:t>Limited</a:t>
            </a:r>
            <a:endParaRPr sz="900"/>
          </a:p>
          <a:p>
            <a:pPr indent="0" lvl="0" marL="0" rtl="0" algn="l">
              <a:lnSpc>
                <a:spcPct val="100000"/>
              </a:lnSpc>
              <a:spcBef>
                <a:spcPts val="0"/>
              </a:spcBef>
              <a:spcAft>
                <a:spcPts val="0"/>
              </a:spcAft>
              <a:buClr>
                <a:schemeClr val="dk1"/>
              </a:buClr>
              <a:buSzPts val="900"/>
              <a:buFont typeface="Arial"/>
              <a:buNone/>
            </a:pPr>
            <a:r>
              <a:t/>
            </a:r>
            <a:endParaRPr sz="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615" name="Shape 615"/>
        <p:cNvGrpSpPr/>
        <p:nvPr/>
      </p:nvGrpSpPr>
      <p:grpSpPr>
        <a:xfrm>
          <a:off x="0" y="0"/>
          <a:ext cx="0" cy="0"/>
          <a:chOff x="0" y="0"/>
          <a:chExt cx="0" cy="0"/>
        </a:xfrm>
      </p:grpSpPr>
      <p:sp>
        <p:nvSpPr>
          <p:cNvPr id="616" name="Google Shape;616;p67"/>
          <p:cNvSpPr/>
          <p:nvPr/>
        </p:nvSpPr>
        <p:spPr>
          <a:xfrm flipH="1" rot="5400000">
            <a:off x="4338150" y="593025"/>
            <a:ext cx="1872600" cy="2105700"/>
          </a:xfrm>
          <a:prstGeom prst="snip1Rect">
            <a:avLst>
              <a:gd fmla="val 154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17" name="Google Shape;617;p67"/>
          <p:cNvSpPr/>
          <p:nvPr/>
        </p:nvSpPr>
        <p:spPr>
          <a:xfrm flipH="1" rot="5400000">
            <a:off x="6445650" y="2466025"/>
            <a:ext cx="1869000" cy="2105700"/>
          </a:xfrm>
          <a:prstGeom prst="snip1Rect">
            <a:avLst>
              <a:gd fmla="val 154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18" name="Google Shape;618;p67"/>
          <p:cNvSpPr txBox="1"/>
          <p:nvPr>
            <p:ph type="title"/>
          </p:nvPr>
        </p:nvSpPr>
        <p:spPr>
          <a:xfrm>
            <a:off x="941650" y="795275"/>
            <a:ext cx="2861400" cy="8166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a:t>ETL — Pros &amp; Cons</a:t>
            </a:r>
            <a:endParaRPr/>
          </a:p>
          <a:p>
            <a:pPr indent="0" lvl="0" marL="0" rtl="0" algn="l">
              <a:spcBef>
                <a:spcPts val="0"/>
              </a:spcBef>
              <a:spcAft>
                <a:spcPts val="0"/>
              </a:spcAft>
              <a:buSzPts val="3000"/>
              <a:buNone/>
            </a:pPr>
            <a:r>
              <a:t/>
            </a:r>
            <a:endParaRPr/>
          </a:p>
        </p:txBody>
      </p:sp>
      <p:sp>
        <p:nvSpPr>
          <p:cNvPr id="619" name="Google Shape;619;p67"/>
          <p:cNvSpPr txBox="1"/>
          <p:nvPr>
            <p:ph idx="6" type="title"/>
          </p:nvPr>
        </p:nvSpPr>
        <p:spPr>
          <a:xfrm>
            <a:off x="4423700" y="1379550"/>
            <a:ext cx="1703700" cy="7722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3100"/>
              <a:buNone/>
            </a:pPr>
            <a:r>
              <a:rPr lang="en"/>
              <a:t>Cleaner data before storage</a:t>
            </a:r>
            <a:endParaRPr/>
          </a:p>
          <a:p>
            <a:pPr indent="0" lvl="0" marL="0" rtl="0" algn="l">
              <a:lnSpc>
                <a:spcPct val="115000"/>
              </a:lnSpc>
              <a:spcBef>
                <a:spcPts val="0"/>
              </a:spcBef>
              <a:spcAft>
                <a:spcPts val="0"/>
              </a:spcAft>
              <a:buSzPts val="3100"/>
              <a:buNone/>
            </a:pPr>
            <a:r>
              <a:t/>
            </a:r>
            <a:endParaRPr/>
          </a:p>
          <a:p>
            <a:pPr indent="0" lvl="0" marL="0" rtl="0" algn="l">
              <a:lnSpc>
                <a:spcPct val="115000"/>
              </a:lnSpc>
              <a:spcBef>
                <a:spcPts val="0"/>
              </a:spcBef>
              <a:spcAft>
                <a:spcPts val="0"/>
              </a:spcAft>
              <a:buSzPts val="3100"/>
              <a:buNone/>
            </a:pPr>
            <a:r>
              <a:rPr lang="en"/>
              <a:t>Less storage usage — only processed data kept</a:t>
            </a:r>
            <a:endParaRPr/>
          </a:p>
          <a:p>
            <a:pPr indent="0" lvl="0" marL="0" rtl="0" algn="l">
              <a:lnSpc>
                <a:spcPct val="115000"/>
              </a:lnSpc>
              <a:spcBef>
                <a:spcPts val="0"/>
              </a:spcBef>
              <a:spcAft>
                <a:spcPts val="0"/>
              </a:spcAft>
              <a:buSzPts val="3100"/>
              <a:buNone/>
            </a:pPr>
            <a:r>
              <a:t/>
            </a:r>
            <a:endParaRPr/>
          </a:p>
          <a:p>
            <a:pPr indent="0" lvl="0" marL="0" rtl="0" algn="l">
              <a:spcBef>
                <a:spcPts val="0"/>
              </a:spcBef>
              <a:spcAft>
                <a:spcPts val="0"/>
              </a:spcAft>
              <a:buSzPts val="3100"/>
              <a:buNone/>
            </a:pPr>
            <a:r>
              <a:t/>
            </a:r>
            <a:endParaRPr/>
          </a:p>
        </p:txBody>
      </p:sp>
      <p:sp>
        <p:nvSpPr>
          <p:cNvPr id="620" name="Google Shape;620;p67"/>
          <p:cNvSpPr txBox="1"/>
          <p:nvPr>
            <p:ph idx="2" type="title"/>
          </p:nvPr>
        </p:nvSpPr>
        <p:spPr>
          <a:xfrm>
            <a:off x="4423697" y="835425"/>
            <a:ext cx="1703700" cy="482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rPr lang="en"/>
              <a:t>Pros</a:t>
            </a:r>
            <a:endParaRPr/>
          </a:p>
          <a:p>
            <a:pPr indent="0" lvl="0" marL="0" rtl="0" algn="l">
              <a:spcBef>
                <a:spcPts val="0"/>
              </a:spcBef>
              <a:spcAft>
                <a:spcPts val="0"/>
              </a:spcAft>
              <a:buSzPts val="3000"/>
              <a:buNone/>
            </a:pPr>
            <a:r>
              <a:t/>
            </a:r>
            <a:endParaRPr/>
          </a:p>
        </p:txBody>
      </p:sp>
      <p:sp>
        <p:nvSpPr>
          <p:cNvPr id="621" name="Google Shape;621;p67"/>
          <p:cNvSpPr txBox="1"/>
          <p:nvPr>
            <p:ph idx="3" type="title"/>
          </p:nvPr>
        </p:nvSpPr>
        <p:spPr>
          <a:xfrm>
            <a:off x="6486225" y="795275"/>
            <a:ext cx="1856700" cy="482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rPr lang="en"/>
              <a:t> Cons</a:t>
            </a:r>
            <a:endParaRPr/>
          </a:p>
          <a:p>
            <a:pPr indent="0" lvl="0" marL="0" rtl="0" algn="l">
              <a:spcBef>
                <a:spcPts val="0"/>
              </a:spcBef>
              <a:spcAft>
                <a:spcPts val="0"/>
              </a:spcAft>
              <a:buSzPts val="3000"/>
              <a:buNone/>
            </a:pPr>
            <a:r>
              <a:t/>
            </a:r>
            <a:endParaRPr/>
          </a:p>
        </p:txBody>
      </p:sp>
      <p:sp>
        <p:nvSpPr>
          <p:cNvPr id="622" name="Google Shape;622;p67"/>
          <p:cNvSpPr txBox="1"/>
          <p:nvPr>
            <p:ph idx="8" type="title"/>
          </p:nvPr>
        </p:nvSpPr>
        <p:spPr>
          <a:xfrm>
            <a:off x="4421900" y="2674475"/>
            <a:ext cx="1703700" cy="7722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3100"/>
              <a:buNone/>
            </a:pPr>
            <a:r>
              <a:rPr lang="en"/>
              <a:t>Strong data governance and compliance</a:t>
            </a:r>
            <a:endParaRPr/>
          </a:p>
          <a:p>
            <a:pPr indent="0" lvl="0" marL="0" rtl="0" algn="l">
              <a:lnSpc>
                <a:spcPct val="115000"/>
              </a:lnSpc>
              <a:spcBef>
                <a:spcPts val="0"/>
              </a:spcBef>
              <a:spcAft>
                <a:spcPts val="0"/>
              </a:spcAft>
              <a:buSzPts val="3100"/>
              <a:buNone/>
            </a:pPr>
            <a:r>
              <a:t/>
            </a:r>
            <a:endParaRPr/>
          </a:p>
        </p:txBody>
      </p:sp>
      <p:sp>
        <p:nvSpPr>
          <p:cNvPr id="623" name="Google Shape;623;p67"/>
          <p:cNvSpPr txBox="1"/>
          <p:nvPr>
            <p:ph idx="4" type="title"/>
          </p:nvPr>
        </p:nvSpPr>
        <p:spPr>
          <a:xfrm>
            <a:off x="4385600" y="2890500"/>
            <a:ext cx="1776300" cy="4512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t/>
            </a:r>
            <a:endParaRPr/>
          </a:p>
          <a:p>
            <a:pPr indent="0" lvl="0" marL="0" rtl="0" algn="l">
              <a:spcBef>
                <a:spcPts val="0"/>
              </a:spcBef>
              <a:spcAft>
                <a:spcPts val="0"/>
              </a:spcAft>
              <a:buSzPts val="3000"/>
              <a:buNone/>
            </a:pPr>
            <a:r>
              <a:t/>
            </a:r>
            <a:endParaRPr/>
          </a:p>
        </p:txBody>
      </p:sp>
      <p:sp>
        <p:nvSpPr>
          <p:cNvPr id="624" name="Google Shape;624;p67"/>
          <p:cNvSpPr txBox="1"/>
          <p:nvPr>
            <p:ph idx="5" type="title"/>
          </p:nvPr>
        </p:nvSpPr>
        <p:spPr>
          <a:xfrm>
            <a:off x="6496050" y="2797575"/>
            <a:ext cx="1703700" cy="4512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t/>
            </a:r>
            <a:endParaRPr/>
          </a:p>
          <a:p>
            <a:pPr indent="0" lvl="0" marL="0" rtl="0" algn="l">
              <a:spcBef>
                <a:spcPts val="0"/>
              </a:spcBef>
              <a:spcAft>
                <a:spcPts val="0"/>
              </a:spcAft>
              <a:buSzPts val="3000"/>
              <a:buNone/>
            </a:pPr>
            <a:r>
              <a:t/>
            </a:r>
            <a:endParaRPr/>
          </a:p>
        </p:txBody>
      </p:sp>
      <p:sp>
        <p:nvSpPr>
          <p:cNvPr id="625" name="Google Shape;625;p67"/>
          <p:cNvSpPr txBox="1"/>
          <p:nvPr>
            <p:ph idx="7" type="title"/>
          </p:nvPr>
        </p:nvSpPr>
        <p:spPr>
          <a:xfrm>
            <a:off x="6562725" y="1379550"/>
            <a:ext cx="1703700" cy="7722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3100"/>
              <a:buNone/>
            </a:pPr>
            <a:r>
              <a:rPr lang="en"/>
              <a:t>Slower processing with very large datasets</a:t>
            </a:r>
            <a:endParaRPr/>
          </a:p>
          <a:p>
            <a:pPr indent="0" lvl="0" marL="0" rtl="0" algn="l">
              <a:lnSpc>
                <a:spcPct val="115000"/>
              </a:lnSpc>
              <a:spcBef>
                <a:spcPts val="0"/>
              </a:spcBef>
              <a:spcAft>
                <a:spcPts val="0"/>
              </a:spcAft>
              <a:buSzPts val="3100"/>
              <a:buNone/>
            </a:pPr>
            <a:r>
              <a:t/>
            </a:r>
            <a:endParaRPr/>
          </a:p>
          <a:p>
            <a:pPr indent="0" lvl="0" marL="0" rtl="0" algn="l">
              <a:lnSpc>
                <a:spcPct val="115000"/>
              </a:lnSpc>
              <a:spcBef>
                <a:spcPts val="0"/>
              </a:spcBef>
              <a:spcAft>
                <a:spcPts val="0"/>
              </a:spcAft>
              <a:buSzPts val="3100"/>
              <a:buNone/>
            </a:pPr>
            <a:r>
              <a:rPr lang="en"/>
              <a:t>Not ideal for streaming pipelines</a:t>
            </a:r>
            <a:endParaRPr/>
          </a:p>
          <a:p>
            <a:pPr indent="0" lvl="0" marL="0" rtl="0" algn="l">
              <a:lnSpc>
                <a:spcPct val="115000"/>
              </a:lnSpc>
              <a:spcBef>
                <a:spcPts val="0"/>
              </a:spcBef>
              <a:spcAft>
                <a:spcPts val="0"/>
              </a:spcAft>
              <a:buSzPts val="3100"/>
              <a:buNone/>
            </a:pPr>
            <a:br>
              <a:rPr lang="en"/>
            </a:br>
            <a:endParaRPr/>
          </a:p>
          <a:p>
            <a:pPr indent="0" lvl="0" marL="0" rtl="0" algn="l">
              <a:lnSpc>
                <a:spcPct val="115000"/>
              </a:lnSpc>
              <a:spcBef>
                <a:spcPts val="0"/>
              </a:spcBef>
              <a:spcAft>
                <a:spcPts val="0"/>
              </a:spcAft>
              <a:buSzPts val="3100"/>
              <a:buNone/>
            </a:pPr>
            <a:r>
              <a:t/>
            </a:r>
            <a:endParaRPr/>
          </a:p>
          <a:p>
            <a:pPr indent="0" lvl="0" marL="0" rtl="0" algn="l">
              <a:lnSpc>
                <a:spcPct val="115000"/>
              </a:lnSpc>
              <a:spcBef>
                <a:spcPts val="0"/>
              </a:spcBef>
              <a:spcAft>
                <a:spcPts val="0"/>
              </a:spcAft>
              <a:buSzPts val="3100"/>
              <a:buNone/>
            </a:pPr>
            <a:r>
              <a:t/>
            </a:r>
            <a:endParaRPr/>
          </a:p>
          <a:p>
            <a:pPr indent="0" lvl="0" marL="0" rtl="0" algn="l">
              <a:spcBef>
                <a:spcPts val="0"/>
              </a:spcBef>
              <a:spcAft>
                <a:spcPts val="0"/>
              </a:spcAft>
              <a:buSzPts val="3100"/>
              <a:buNone/>
            </a:pPr>
            <a:r>
              <a:t/>
            </a:r>
            <a:endParaRPr/>
          </a:p>
        </p:txBody>
      </p:sp>
      <p:sp>
        <p:nvSpPr>
          <p:cNvPr id="626" name="Google Shape;626;p67"/>
          <p:cNvSpPr txBox="1"/>
          <p:nvPr>
            <p:ph idx="9" type="title"/>
          </p:nvPr>
        </p:nvSpPr>
        <p:spPr>
          <a:xfrm>
            <a:off x="6528300" y="2674463"/>
            <a:ext cx="1703700" cy="7722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100"/>
              <a:buNone/>
            </a:pPr>
            <a:r>
              <a:rPr lang="en"/>
              <a:t>Less flexible when new transforms needed</a:t>
            </a:r>
            <a:endParaRPr/>
          </a:p>
          <a:p>
            <a:pPr indent="0" lvl="0" marL="0" rtl="0" algn="l">
              <a:spcBef>
                <a:spcPts val="0"/>
              </a:spcBef>
              <a:spcAft>
                <a:spcPts val="0"/>
              </a:spcAft>
              <a:buSzPts val="31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630" name="Shape 630"/>
        <p:cNvGrpSpPr/>
        <p:nvPr/>
      </p:nvGrpSpPr>
      <p:grpSpPr>
        <a:xfrm>
          <a:off x="0" y="0"/>
          <a:ext cx="0" cy="0"/>
          <a:chOff x="0" y="0"/>
          <a:chExt cx="0" cy="0"/>
        </a:xfrm>
      </p:grpSpPr>
      <p:sp>
        <p:nvSpPr>
          <p:cNvPr id="631" name="Google Shape;631;p68"/>
          <p:cNvSpPr/>
          <p:nvPr/>
        </p:nvSpPr>
        <p:spPr>
          <a:xfrm flipH="1" rot="5400000">
            <a:off x="4338150" y="593025"/>
            <a:ext cx="1872600" cy="2105700"/>
          </a:xfrm>
          <a:prstGeom prst="snip1Rect">
            <a:avLst>
              <a:gd fmla="val 154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32" name="Google Shape;632;p68"/>
          <p:cNvSpPr/>
          <p:nvPr/>
        </p:nvSpPr>
        <p:spPr>
          <a:xfrm flipH="1" rot="5400000">
            <a:off x="6445650" y="2466025"/>
            <a:ext cx="1869000" cy="2105700"/>
          </a:xfrm>
          <a:prstGeom prst="snip1Rect">
            <a:avLst>
              <a:gd fmla="val 154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33" name="Google Shape;633;p68"/>
          <p:cNvSpPr txBox="1"/>
          <p:nvPr>
            <p:ph type="title"/>
          </p:nvPr>
        </p:nvSpPr>
        <p:spPr>
          <a:xfrm>
            <a:off x="941650" y="795275"/>
            <a:ext cx="2861400" cy="8166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000"/>
              <a:buNone/>
            </a:pPr>
            <a:r>
              <a:rPr lang="en"/>
              <a:t>ELT — Pros &amp; Cons</a:t>
            </a:r>
            <a:endParaRPr/>
          </a:p>
          <a:p>
            <a:pPr indent="0" lvl="0" marL="0" rtl="0" algn="l">
              <a:spcBef>
                <a:spcPts val="0"/>
              </a:spcBef>
              <a:spcAft>
                <a:spcPts val="0"/>
              </a:spcAft>
              <a:buSzPts val="3000"/>
              <a:buNone/>
            </a:pPr>
            <a:r>
              <a:t/>
            </a:r>
            <a:endParaRPr/>
          </a:p>
        </p:txBody>
      </p:sp>
      <p:sp>
        <p:nvSpPr>
          <p:cNvPr id="634" name="Google Shape;634;p68"/>
          <p:cNvSpPr txBox="1"/>
          <p:nvPr>
            <p:ph idx="6" type="title"/>
          </p:nvPr>
        </p:nvSpPr>
        <p:spPr>
          <a:xfrm>
            <a:off x="4423700" y="1379550"/>
            <a:ext cx="1703700" cy="7722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3100"/>
              <a:buNone/>
            </a:pPr>
            <a:r>
              <a:rPr lang="en"/>
              <a:t>Faster ingestion of large data volumes</a:t>
            </a:r>
            <a:endParaRPr/>
          </a:p>
          <a:p>
            <a:pPr indent="0" lvl="0" marL="0" rtl="0" algn="l">
              <a:lnSpc>
                <a:spcPct val="115000"/>
              </a:lnSpc>
              <a:spcBef>
                <a:spcPts val="0"/>
              </a:spcBef>
              <a:spcAft>
                <a:spcPts val="0"/>
              </a:spcAft>
              <a:buSzPts val="3100"/>
              <a:buNone/>
            </a:pPr>
            <a:r>
              <a:t/>
            </a:r>
            <a:endParaRPr/>
          </a:p>
          <a:p>
            <a:pPr indent="0" lvl="0" marL="0" rtl="0" algn="l">
              <a:lnSpc>
                <a:spcPct val="115000"/>
              </a:lnSpc>
              <a:spcBef>
                <a:spcPts val="0"/>
              </a:spcBef>
              <a:spcAft>
                <a:spcPts val="0"/>
              </a:spcAft>
              <a:buSzPts val="3100"/>
              <a:buNone/>
            </a:pPr>
            <a:r>
              <a:t/>
            </a:r>
            <a:endParaRPr/>
          </a:p>
          <a:p>
            <a:pPr indent="0" lvl="0" marL="0" rtl="0" algn="l">
              <a:lnSpc>
                <a:spcPct val="115000"/>
              </a:lnSpc>
              <a:spcBef>
                <a:spcPts val="0"/>
              </a:spcBef>
              <a:spcAft>
                <a:spcPts val="0"/>
              </a:spcAft>
              <a:buSzPts val="3100"/>
              <a:buNone/>
            </a:pPr>
            <a:r>
              <a:rPr lang="en"/>
              <a:t>Supports real-time analytics</a:t>
            </a:r>
            <a:endParaRPr/>
          </a:p>
          <a:p>
            <a:pPr indent="0" lvl="0" marL="0" rtl="0" algn="l">
              <a:lnSpc>
                <a:spcPct val="115000"/>
              </a:lnSpc>
              <a:spcBef>
                <a:spcPts val="0"/>
              </a:spcBef>
              <a:spcAft>
                <a:spcPts val="0"/>
              </a:spcAft>
              <a:buSzPts val="3100"/>
              <a:buNone/>
            </a:pPr>
            <a:r>
              <a:t/>
            </a:r>
            <a:endParaRPr/>
          </a:p>
          <a:p>
            <a:pPr indent="0" lvl="0" marL="0" rtl="0" algn="l">
              <a:lnSpc>
                <a:spcPct val="115000"/>
              </a:lnSpc>
              <a:spcBef>
                <a:spcPts val="0"/>
              </a:spcBef>
              <a:spcAft>
                <a:spcPts val="0"/>
              </a:spcAft>
              <a:buSzPts val="3100"/>
              <a:buNone/>
            </a:pPr>
            <a:r>
              <a:t/>
            </a:r>
            <a:endParaRPr/>
          </a:p>
          <a:p>
            <a:pPr indent="0" lvl="0" marL="0" rtl="0" algn="l">
              <a:spcBef>
                <a:spcPts val="0"/>
              </a:spcBef>
              <a:spcAft>
                <a:spcPts val="0"/>
              </a:spcAft>
              <a:buSzPts val="3100"/>
              <a:buNone/>
            </a:pPr>
            <a:r>
              <a:t/>
            </a:r>
            <a:endParaRPr/>
          </a:p>
        </p:txBody>
      </p:sp>
      <p:sp>
        <p:nvSpPr>
          <p:cNvPr id="635" name="Google Shape;635;p68"/>
          <p:cNvSpPr txBox="1"/>
          <p:nvPr>
            <p:ph idx="2" type="title"/>
          </p:nvPr>
        </p:nvSpPr>
        <p:spPr>
          <a:xfrm>
            <a:off x="4423697" y="835425"/>
            <a:ext cx="1703700" cy="482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rPr lang="en"/>
              <a:t>Pros</a:t>
            </a:r>
            <a:endParaRPr/>
          </a:p>
          <a:p>
            <a:pPr indent="0" lvl="0" marL="0" rtl="0" algn="l">
              <a:spcBef>
                <a:spcPts val="0"/>
              </a:spcBef>
              <a:spcAft>
                <a:spcPts val="0"/>
              </a:spcAft>
              <a:buSzPts val="3000"/>
              <a:buNone/>
            </a:pPr>
            <a:r>
              <a:t/>
            </a:r>
            <a:endParaRPr/>
          </a:p>
        </p:txBody>
      </p:sp>
      <p:sp>
        <p:nvSpPr>
          <p:cNvPr id="636" name="Google Shape;636;p68"/>
          <p:cNvSpPr txBox="1"/>
          <p:nvPr>
            <p:ph idx="3" type="title"/>
          </p:nvPr>
        </p:nvSpPr>
        <p:spPr>
          <a:xfrm>
            <a:off x="6486225" y="795275"/>
            <a:ext cx="1856700" cy="482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rPr lang="en"/>
              <a:t> Cons</a:t>
            </a:r>
            <a:endParaRPr/>
          </a:p>
          <a:p>
            <a:pPr indent="0" lvl="0" marL="0" rtl="0" algn="l">
              <a:spcBef>
                <a:spcPts val="0"/>
              </a:spcBef>
              <a:spcAft>
                <a:spcPts val="0"/>
              </a:spcAft>
              <a:buSzPts val="3000"/>
              <a:buNone/>
            </a:pPr>
            <a:r>
              <a:t/>
            </a:r>
            <a:endParaRPr/>
          </a:p>
        </p:txBody>
      </p:sp>
      <p:sp>
        <p:nvSpPr>
          <p:cNvPr id="637" name="Google Shape;637;p68"/>
          <p:cNvSpPr txBox="1"/>
          <p:nvPr>
            <p:ph idx="8" type="title"/>
          </p:nvPr>
        </p:nvSpPr>
        <p:spPr>
          <a:xfrm>
            <a:off x="4421900" y="2674475"/>
            <a:ext cx="1703700" cy="7722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3100"/>
              <a:buNone/>
            </a:pPr>
            <a:r>
              <a:rPr lang="en"/>
              <a:t>More flexible transformations on demand</a:t>
            </a:r>
            <a:endParaRPr/>
          </a:p>
          <a:p>
            <a:pPr indent="0" lvl="0" marL="0" rtl="0" algn="l">
              <a:lnSpc>
                <a:spcPct val="115000"/>
              </a:lnSpc>
              <a:spcBef>
                <a:spcPts val="0"/>
              </a:spcBef>
              <a:spcAft>
                <a:spcPts val="0"/>
              </a:spcAft>
              <a:buSzPts val="3100"/>
              <a:buNone/>
            </a:pPr>
            <a:r>
              <a:t/>
            </a:r>
            <a:endParaRPr/>
          </a:p>
          <a:p>
            <a:pPr indent="0" lvl="0" marL="0" rtl="0" algn="l">
              <a:lnSpc>
                <a:spcPct val="115000"/>
              </a:lnSpc>
              <a:spcBef>
                <a:spcPts val="0"/>
              </a:spcBef>
              <a:spcAft>
                <a:spcPts val="0"/>
              </a:spcAft>
              <a:buSzPts val="3100"/>
              <a:buNone/>
            </a:pPr>
            <a:r>
              <a:t/>
            </a:r>
            <a:endParaRPr/>
          </a:p>
        </p:txBody>
      </p:sp>
      <p:sp>
        <p:nvSpPr>
          <p:cNvPr id="638" name="Google Shape;638;p68"/>
          <p:cNvSpPr txBox="1"/>
          <p:nvPr>
            <p:ph idx="4" type="title"/>
          </p:nvPr>
        </p:nvSpPr>
        <p:spPr>
          <a:xfrm>
            <a:off x="4385600" y="2898950"/>
            <a:ext cx="1776300" cy="4512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t/>
            </a:r>
            <a:endParaRPr/>
          </a:p>
          <a:p>
            <a:pPr indent="0" lvl="0" marL="0" rtl="0" algn="l">
              <a:spcBef>
                <a:spcPts val="0"/>
              </a:spcBef>
              <a:spcAft>
                <a:spcPts val="0"/>
              </a:spcAft>
              <a:buSzPts val="3000"/>
              <a:buNone/>
            </a:pPr>
            <a:r>
              <a:t/>
            </a:r>
            <a:endParaRPr/>
          </a:p>
        </p:txBody>
      </p:sp>
      <p:sp>
        <p:nvSpPr>
          <p:cNvPr id="639" name="Google Shape;639;p68"/>
          <p:cNvSpPr txBox="1"/>
          <p:nvPr>
            <p:ph idx="5" type="title"/>
          </p:nvPr>
        </p:nvSpPr>
        <p:spPr>
          <a:xfrm>
            <a:off x="6496050" y="2797575"/>
            <a:ext cx="1703700" cy="4512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t/>
            </a:r>
            <a:endParaRPr/>
          </a:p>
          <a:p>
            <a:pPr indent="0" lvl="0" marL="0" rtl="0" algn="l">
              <a:spcBef>
                <a:spcPts val="0"/>
              </a:spcBef>
              <a:spcAft>
                <a:spcPts val="0"/>
              </a:spcAft>
              <a:buSzPts val="3000"/>
              <a:buNone/>
            </a:pPr>
            <a:r>
              <a:t/>
            </a:r>
            <a:endParaRPr/>
          </a:p>
        </p:txBody>
      </p:sp>
      <p:sp>
        <p:nvSpPr>
          <p:cNvPr id="640" name="Google Shape;640;p68"/>
          <p:cNvSpPr txBox="1"/>
          <p:nvPr>
            <p:ph idx="7" type="title"/>
          </p:nvPr>
        </p:nvSpPr>
        <p:spPr>
          <a:xfrm>
            <a:off x="6562725" y="1379550"/>
            <a:ext cx="1703700" cy="7722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3100"/>
              <a:buNone/>
            </a:pPr>
            <a:r>
              <a:rPr lang="en"/>
              <a:t>Requires powerful storage &amp; compute systems</a:t>
            </a:r>
            <a:endParaRPr/>
          </a:p>
          <a:p>
            <a:pPr indent="0" lvl="0" marL="0" rtl="0" algn="l">
              <a:lnSpc>
                <a:spcPct val="115000"/>
              </a:lnSpc>
              <a:spcBef>
                <a:spcPts val="0"/>
              </a:spcBef>
              <a:spcAft>
                <a:spcPts val="0"/>
              </a:spcAft>
              <a:buSzPts val="3100"/>
              <a:buNone/>
            </a:pPr>
            <a:r>
              <a:t/>
            </a:r>
            <a:endParaRPr/>
          </a:p>
          <a:p>
            <a:pPr indent="0" lvl="0" marL="0" rtl="0" algn="l">
              <a:lnSpc>
                <a:spcPct val="115000"/>
              </a:lnSpc>
              <a:spcBef>
                <a:spcPts val="0"/>
              </a:spcBef>
              <a:spcAft>
                <a:spcPts val="0"/>
              </a:spcAft>
              <a:buSzPts val="3100"/>
              <a:buNone/>
            </a:pPr>
            <a:r>
              <a:t/>
            </a:r>
            <a:endParaRPr/>
          </a:p>
          <a:p>
            <a:pPr indent="0" lvl="0" marL="0" rtl="0" algn="l">
              <a:lnSpc>
                <a:spcPct val="115000"/>
              </a:lnSpc>
              <a:spcBef>
                <a:spcPts val="0"/>
              </a:spcBef>
              <a:spcAft>
                <a:spcPts val="0"/>
              </a:spcAft>
              <a:buSzPts val="3100"/>
              <a:buNone/>
            </a:pPr>
            <a:r>
              <a:rPr lang="en"/>
              <a:t>Raw data storage increases costs</a:t>
            </a:r>
            <a:endParaRPr/>
          </a:p>
          <a:p>
            <a:pPr indent="0" lvl="0" marL="0" rtl="0" algn="l">
              <a:lnSpc>
                <a:spcPct val="115000"/>
              </a:lnSpc>
              <a:spcBef>
                <a:spcPts val="0"/>
              </a:spcBef>
              <a:spcAft>
                <a:spcPts val="0"/>
              </a:spcAft>
              <a:buSzPts val="3100"/>
              <a:buNone/>
            </a:pPr>
            <a:r>
              <a:t/>
            </a:r>
            <a:endParaRPr/>
          </a:p>
          <a:p>
            <a:pPr indent="0" lvl="0" marL="0" rtl="0" algn="l">
              <a:lnSpc>
                <a:spcPct val="115000"/>
              </a:lnSpc>
              <a:spcBef>
                <a:spcPts val="0"/>
              </a:spcBef>
              <a:spcAft>
                <a:spcPts val="0"/>
              </a:spcAft>
              <a:buSzPts val="3100"/>
              <a:buNone/>
            </a:pPr>
            <a:br>
              <a:rPr lang="en"/>
            </a:br>
            <a:endParaRPr/>
          </a:p>
          <a:p>
            <a:pPr indent="0" lvl="0" marL="0" rtl="0" algn="l">
              <a:lnSpc>
                <a:spcPct val="115000"/>
              </a:lnSpc>
              <a:spcBef>
                <a:spcPts val="0"/>
              </a:spcBef>
              <a:spcAft>
                <a:spcPts val="0"/>
              </a:spcAft>
              <a:buSzPts val="3100"/>
              <a:buNone/>
            </a:pPr>
            <a:r>
              <a:t/>
            </a:r>
            <a:endParaRPr/>
          </a:p>
          <a:p>
            <a:pPr indent="0" lvl="0" marL="0" rtl="0" algn="l">
              <a:lnSpc>
                <a:spcPct val="115000"/>
              </a:lnSpc>
              <a:spcBef>
                <a:spcPts val="0"/>
              </a:spcBef>
              <a:spcAft>
                <a:spcPts val="0"/>
              </a:spcAft>
              <a:buSzPts val="3100"/>
              <a:buNone/>
            </a:pPr>
            <a:r>
              <a:t/>
            </a:r>
            <a:endParaRPr/>
          </a:p>
          <a:p>
            <a:pPr indent="0" lvl="0" marL="0" rtl="0" algn="l">
              <a:spcBef>
                <a:spcPts val="0"/>
              </a:spcBef>
              <a:spcAft>
                <a:spcPts val="0"/>
              </a:spcAft>
              <a:buSzPts val="3100"/>
              <a:buNone/>
            </a:pPr>
            <a:r>
              <a:t/>
            </a:r>
            <a:endParaRPr/>
          </a:p>
        </p:txBody>
      </p:sp>
      <p:sp>
        <p:nvSpPr>
          <p:cNvPr id="641" name="Google Shape;641;p68"/>
          <p:cNvSpPr txBox="1"/>
          <p:nvPr>
            <p:ph idx="9" type="title"/>
          </p:nvPr>
        </p:nvSpPr>
        <p:spPr>
          <a:xfrm>
            <a:off x="6528300" y="2674463"/>
            <a:ext cx="1703700" cy="7722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3100"/>
              <a:buNone/>
            </a:pPr>
            <a:r>
              <a:rPr lang="en"/>
              <a:t>Security and governance can be harder</a:t>
            </a:r>
            <a:endParaRPr/>
          </a:p>
          <a:p>
            <a:pPr indent="0" lvl="0" marL="0" rtl="0" algn="l">
              <a:spcBef>
                <a:spcPts val="0"/>
              </a:spcBef>
              <a:spcAft>
                <a:spcPts val="0"/>
              </a:spcAft>
              <a:buSzPts val="31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69"/>
          <p:cNvSpPr txBox="1"/>
          <p:nvPr>
            <p:ph idx="2" type="title"/>
          </p:nvPr>
        </p:nvSpPr>
        <p:spPr>
          <a:xfrm>
            <a:off x="2759700" y="570600"/>
            <a:ext cx="7311300" cy="3156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2400"/>
              <a:buNone/>
            </a:pPr>
            <a:r>
              <a:rPr lang="en"/>
              <a:t>Industry</a:t>
            </a:r>
            <a:r>
              <a:rPr lang="en"/>
              <a:t> Relevance </a:t>
            </a:r>
            <a:endParaRPr sz="2200">
              <a:latin typeface="Lato"/>
              <a:ea typeface="Lato"/>
              <a:cs typeface="Lato"/>
              <a:sym typeface="Lato"/>
            </a:endParaRPr>
          </a:p>
        </p:txBody>
      </p:sp>
      <p:sp>
        <p:nvSpPr>
          <p:cNvPr id="647" name="Google Shape;647;p69"/>
          <p:cNvSpPr txBox="1"/>
          <p:nvPr/>
        </p:nvSpPr>
        <p:spPr>
          <a:xfrm>
            <a:off x="224800" y="1073475"/>
            <a:ext cx="427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pic>
        <p:nvPicPr>
          <p:cNvPr id="648" name="Google Shape;648;p69" title="Screenshot 2026-03-13 at 6.48.33 PM.png"/>
          <p:cNvPicPr preferRelativeResize="0"/>
          <p:nvPr/>
        </p:nvPicPr>
        <p:blipFill>
          <a:blip r:embed="rId3">
            <a:alphaModFix/>
          </a:blip>
          <a:stretch>
            <a:fillRect/>
          </a:stretch>
        </p:blipFill>
        <p:spPr>
          <a:xfrm>
            <a:off x="590925" y="3619500"/>
            <a:ext cx="6838151" cy="918150"/>
          </a:xfrm>
          <a:prstGeom prst="rect">
            <a:avLst/>
          </a:prstGeom>
          <a:noFill/>
          <a:ln>
            <a:noFill/>
          </a:ln>
        </p:spPr>
      </p:pic>
      <p:sp>
        <p:nvSpPr>
          <p:cNvPr id="649" name="Google Shape;649;p69"/>
          <p:cNvSpPr txBox="1"/>
          <p:nvPr/>
        </p:nvSpPr>
        <p:spPr>
          <a:xfrm>
            <a:off x="590925" y="29910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6"/>
                </a:solidFill>
                <a:latin typeface="Trebuchet MS"/>
                <a:ea typeface="Trebuchet MS"/>
                <a:cs typeface="Trebuchet MS"/>
                <a:sym typeface="Trebuchet MS"/>
              </a:rPr>
              <a:t>Architecture</a:t>
            </a:r>
            <a:endParaRPr>
              <a:solidFill>
                <a:schemeClr val="accent6"/>
              </a:solidFill>
            </a:endParaRPr>
          </a:p>
        </p:txBody>
      </p:sp>
      <p:sp>
        <p:nvSpPr>
          <p:cNvPr id="650" name="Google Shape;650;p69"/>
          <p:cNvSpPr txBox="1"/>
          <p:nvPr/>
        </p:nvSpPr>
        <p:spPr>
          <a:xfrm>
            <a:off x="1065100" y="1740800"/>
            <a:ext cx="33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dk2"/>
              </a:solidFill>
              <a:latin typeface="Lato"/>
              <a:ea typeface="Lato"/>
              <a:cs typeface="Lato"/>
              <a:sym typeface="Lato"/>
            </a:endParaRPr>
          </a:p>
        </p:txBody>
      </p:sp>
      <p:sp>
        <p:nvSpPr>
          <p:cNvPr id="651" name="Google Shape;651;p69"/>
          <p:cNvSpPr txBox="1"/>
          <p:nvPr/>
        </p:nvSpPr>
        <p:spPr>
          <a:xfrm>
            <a:off x="557650" y="905450"/>
            <a:ext cx="7150500" cy="162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accent6"/>
                </a:solidFill>
              </a:rPr>
              <a:t>Use-cases for ETL</a:t>
            </a:r>
            <a:endParaRPr b="1" sz="1100">
              <a:solidFill>
                <a:schemeClr val="accent6"/>
              </a:solidFill>
            </a:endParaRPr>
          </a:p>
          <a:p>
            <a:pPr indent="-298450" lvl="0" marL="457200" rtl="0" algn="l">
              <a:lnSpc>
                <a:spcPct val="115000"/>
              </a:lnSpc>
              <a:spcBef>
                <a:spcPts val="1200"/>
              </a:spcBef>
              <a:spcAft>
                <a:spcPts val="0"/>
              </a:spcAft>
              <a:buClr>
                <a:schemeClr val="accent6"/>
              </a:buClr>
              <a:buSzPts val="1100"/>
              <a:buChar char="●"/>
            </a:pPr>
            <a:r>
              <a:rPr b="1" lang="en" sz="1100">
                <a:solidFill>
                  <a:schemeClr val="accent6"/>
                </a:solidFill>
              </a:rPr>
              <a:t>Banks</a:t>
            </a:r>
            <a:r>
              <a:rPr lang="en" sz="1100">
                <a:solidFill>
                  <a:schemeClr val="accent6"/>
                </a:solidFill>
              </a:rPr>
              <a:t> — regulators need exact numbers, can't report messy data</a:t>
            </a:r>
            <a:endParaRPr sz="1100">
              <a:solidFill>
                <a:schemeClr val="accent6"/>
              </a:solidFill>
            </a:endParaRPr>
          </a:p>
          <a:p>
            <a:pPr indent="-298450" lvl="0" marL="457200" rtl="0" algn="l">
              <a:lnSpc>
                <a:spcPct val="115000"/>
              </a:lnSpc>
              <a:spcBef>
                <a:spcPts val="0"/>
              </a:spcBef>
              <a:spcAft>
                <a:spcPts val="0"/>
              </a:spcAft>
              <a:buClr>
                <a:schemeClr val="accent6"/>
              </a:buClr>
              <a:buSzPts val="1100"/>
              <a:buChar char="●"/>
            </a:pPr>
            <a:r>
              <a:rPr b="1" lang="en" sz="1100">
                <a:solidFill>
                  <a:schemeClr val="accent6"/>
                </a:solidFill>
              </a:rPr>
              <a:t>Healthcare</a:t>
            </a:r>
            <a:r>
              <a:rPr lang="en" sz="1100">
                <a:solidFill>
                  <a:schemeClr val="accent6"/>
                </a:solidFill>
              </a:rPr>
              <a:t> — HIPAA requires sensitive patient data to be cleaned and masked before storage</a:t>
            </a:r>
            <a:endParaRPr sz="1100">
              <a:solidFill>
                <a:schemeClr val="accent6"/>
              </a:solidFill>
            </a:endParaRPr>
          </a:p>
          <a:p>
            <a:pPr indent="-298450" lvl="0" marL="457200" rtl="0" algn="l">
              <a:lnSpc>
                <a:spcPct val="115000"/>
              </a:lnSpc>
              <a:spcBef>
                <a:spcPts val="0"/>
              </a:spcBef>
              <a:spcAft>
                <a:spcPts val="0"/>
              </a:spcAft>
              <a:buClr>
                <a:schemeClr val="accent6"/>
              </a:buClr>
              <a:buSzPts val="1100"/>
              <a:buChar char="●"/>
            </a:pPr>
            <a:r>
              <a:rPr b="1" lang="en" sz="1100">
                <a:solidFill>
                  <a:schemeClr val="accent6"/>
                </a:solidFill>
              </a:rPr>
              <a:t>Insurance</a:t>
            </a:r>
            <a:r>
              <a:rPr lang="en" sz="1100">
                <a:solidFill>
                  <a:schemeClr val="accent6"/>
                </a:solidFill>
              </a:rPr>
              <a:t> — claims, fraud detection, and actuarial work all need precise, pre-formatted data</a:t>
            </a:r>
            <a:endParaRPr sz="1100">
              <a:solidFill>
                <a:schemeClr val="accent6"/>
              </a:solidFill>
            </a:endParaRPr>
          </a:p>
          <a:p>
            <a:pPr indent="-298450" lvl="0" marL="457200" rtl="0" algn="l">
              <a:lnSpc>
                <a:spcPct val="115000"/>
              </a:lnSpc>
              <a:spcBef>
                <a:spcPts val="0"/>
              </a:spcBef>
              <a:spcAft>
                <a:spcPts val="0"/>
              </a:spcAft>
              <a:buClr>
                <a:schemeClr val="accent6"/>
              </a:buClr>
              <a:buSzPts val="1100"/>
              <a:buChar char="●"/>
            </a:pPr>
            <a:r>
              <a:rPr b="1" lang="en" sz="1100">
                <a:solidFill>
                  <a:schemeClr val="accent6"/>
                </a:solidFill>
              </a:rPr>
              <a:t>Government agencies</a:t>
            </a:r>
            <a:r>
              <a:rPr lang="en" sz="1100">
                <a:solidFill>
                  <a:schemeClr val="accent6"/>
                </a:solidFill>
              </a:rPr>
              <a:t> — strict audit trails, everything has to be accounted for</a:t>
            </a:r>
            <a:endParaRPr sz="1100">
              <a:solidFill>
                <a:schemeClr val="accent6"/>
              </a:solidFill>
            </a:endParaRPr>
          </a:p>
          <a:p>
            <a:pPr indent="0" lvl="0" marL="0" rtl="0" algn="l">
              <a:spcBef>
                <a:spcPts val="1200"/>
              </a:spcBef>
              <a:spcAft>
                <a:spcPts val="0"/>
              </a:spcAft>
              <a:buNone/>
            </a:pPr>
            <a:r>
              <a:t/>
            </a:r>
            <a:endParaRPr sz="1000">
              <a:solidFill>
                <a:schemeClr val="dk2"/>
              </a:solidFill>
              <a:latin typeface="Lato"/>
              <a:ea typeface="Lato"/>
              <a:cs typeface="Lato"/>
              <a:sym typeface="Lato"/>
            </a:endParaRPr>
          </a:p>
        </p:txBody>
      </p:sp>
      <p:sp>
        <p:nvSpPr>
          <p:cNvPr id="652" name="Google Shape;652;p69"/>
          <p:cNvSpPr txBox="1"/>
          <p:nvPr/>
        </p:nvSpPr>
        <p:spPr>
          <a:xfrm>
            <a:off x="-78975" y="2622850"/>
            <a:ext cx="2857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94A3B8"/>
              </a:buClr>
              <a:buSzPts val="1200"/>
              <a:buFont typeface="Calibri"/>
              <a:buNone/>
            </a:pPr>
            <a:r>
              <a:rPr lang="en" sz="900">
                <a:solidFill>
                  <a:schemeClr val="accent6"/>
                </a:solidFill>
                <a:latin typeface="Calibri"/>
                <a:ea typeface="Calibri"/>
                <a:cs typeface="Calibri"/>
                <a:sym typeface="Calibri"/>
              </a:rPr>
              <a:t>ETL for reliability &amp; governance </a:t>
            </a:r>
            <a:endParaRPr sz="900">
              <a:solidFill>
                <a:schemeClr val="accent6"/>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0"/>
          <p:cNvSpPr txBox="1"/>
          <p:nvPr>
            <p:ph idx="2" type="title"/>
          </p:nvPr>
        </p:nvSpPr>
        <p:spPr>
          <a:xfrm>
            <a:off x="2759700" y="570600"/>
            <a:ext cx="7311300" cy="315600"/>
          </a:xfrm>
          <a:prstGeom prst="rect">
            <a:avLst/>
          </a:prstGeom>
        </p:spPr>
        <p:txBody>
          <a:bodyPr anchorCtr="0" anchor="t" bIns="0" lIns="0" spcFirstLastPara="1" rIns="91425" wrap="square" tIns="0">
            <a:noAutofit/>
          </a:bodyPr>
          <a:lstStyle/>
          <a:p>
            <a:pPr indent="0" lvl="0" marL="0" rtl="0" algn="l">
              <a:spcBef>
                <a:spcPts val="0"/>
              </a:spcBef>
              <a:spcAft>
                <a:spcPts val="0"/>
              </a:spcAft>
              <a:buSzPts val="2400"/>
              <a:buNone/>
            </a:pPr>
            <a:r>
              <a:rPr lang="en"/>
              <a:t>Industry Relevance </a:t>
            </a:r>
            <a:endParaRPr sz="2200">
              <a:latin typeface="Lato"/>
              <a:ea typeface="Lato"/>
              <a:cs typeface="Lato"/>
              <a:sym typeface="Lato"/>
            </a:endParaRPr>
          </a:p>
        </p:txBody>
      </p:sp>
      <p:sp>
        <p:nvSpPr>
          <p:cNvPr id="658" name="Google Shape;658;p70"/>
          <p:cNvSpPr txBox="1"/>
          <p:nvPr/>
        </p:nvSpPr>
        <p:spPr>
          <a:xfrm>
            <a:off x="224800" y="1073475"/>
            <a:ext cx="427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FFFFF"/>
              </a:solidFill>
              <a:latin typeface="Lato"/>
              <a:ea typeface="Lato"/>
              <a:cs typeface="Lato"/>
              <a:sym typeface="Lato"/>
            </a:endParaRPr>
          </a:p>
        </p:txBody>
      </p:sp>
      <p:sp>
        <p:nvSpPr>
          <p:cNvPr id="659" name="Google Shape;659;p70"/>
          <p:cNvSpPr txBox="1"/>
          <p:nvPr/>
        </p:nvSpPr>
        <p:spPr>
          <a:xfrm>
            <a:off x="590925" y="31397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6"/>
                </a:solidFill>
                <a:latin typeface="Trebuchet MS"/>
                <a:ea typeface="Trebuchet MS"/>
                <a:cs typeface="Trebuchet MS"/>
                <a:sym typeface="Trebuchet MS"/>
              </a:rPr>
              <a:t>Architecture</a:t>
            </a:r>
            <a:endParaRPr>
              <a:solidFill>
                <a:schemeClr val="accent6"/>
              </a:solidFill>
            </a:endParaRPr>
          </a:p>
        </p:txBody>
      </p:sp>
      <p:sp>
        <p:nvSpPr>
          <p:cNvPr id="660" name="Google Shape;660;p70"/>
          <p:cNvSpPr txBox="1"/>
          <p:nvPr/>
        </p:nvSpPr>
        <p:spPr>
          <a:xfrm>
            <a:off x="1065100" y="1740800"/>
            <a:ext cx="3347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000">
              <a:solidFill>
                <a:schemeClr val="dk2"/>
              </a:solidFill>
              <a:latin typeface="Lato"/>
              <a:ea typeface="Lato"/>
              <a:cs typeface="Lato"/>
              <a:sym typeface="Lato"/>
            </a:endParaRPr>
          </a:p>
        </p:txBody>
      </p:sp>
      <p:sp>
        <p:nvSpPr>
          <p:cNvPr id="661" name="Google Shape;661;p70"/>
          <p:cNvSpPr txBox="1"/>
          <p:nvPr/>
        </p:nvSpPr>
        <p:spPr>
          <a:xfrm>
            <a:off x="557650" y="905450"/>
            <a:ext cx="7150500" cy="68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accent6"/>
                </a:solidFill>
              </a:rPr>
              <a:t>Use-cases for ELT</a:t>
            </a:r>
            <a:endParaRPr b="1" sz="1100">
              <a:solidFill>
                <a:schemeClr val="accent6"/>
              </a:solidFill>
            </a:endParaRPr>
          </a:p>
          <a:p>
            <a:pPr indent="0" lvl="0" marL="0" rtl="0" algn="l">
              <a:lnSpc>
                <a:spcPct val="115000"/>
              </a:lnSpc>
              <a:spcBef>
                <a:spcPts val="1200"/>
              </a:spcBef>
              <a:spcAft>
                <a:spcPts val="1200"/>
              </a:spcAft>
              <a:buNone/>
            </a:pPr>
            <a:r>
              <a:t/>
            </a:r>
            <a:endParaRPr sz="1000">
              <a:solidFill>
                <a:schemeClr val="dk2"/>
              </a:solidFill>
              <a:latin typeface="Lato"/>
              <a:ea typeface="Lato"/>
              <a:cs typeface="Lato"/>
              <a:sym typeface="Lato"/>
            </a:endParaRPr>
          </a:p>
        </p:txBody>
      </p:sp>
      <p:pic>
        <p:nvPicPr>
          <p:cNvPr id="662" name="Google Shape;662;p70" title="Screenshot 2026-03-13 at 6.56.11 PM.png"/>
          <p:cNvPicPr preferRelativeResize="0"/>
          <p:nvPr/>
        </p:nvPicPr>
        <p:blipFill>
          <a:blip r:embed="rId3">
            <a:alphaModFix/>
          </a:blip>
          <a:stretch>
            <a:fillRect/>
          </a:stretch>
        </p:blipFill>
        <p:spPr>
          <a:xfrm>
            <a:off x="775000" y="3449850"/>
            <a:ext cx="6150427" cy="913700"/>
          </a:xfrm>
          <a:prstGeom prst="rect">
            <a:avLst/>
          </a:prstGeom>
          <a:noFill/>
          <a:ln>
            <a:noFill/>
          </a:ln>
        </p:spPr>
      </p:pic>
      <p:sp>
        <p:nvSpPr>
          <p:cNvPr id="663" name="Google Shape;663;p70"/>
          <p:cNvSpPr txBox="1"/>
          <p:nvPr/>
        </p:nvSpPr>
        <p:spPr>
          <a:xfrm>
            <a:off x="264850" y="2838925"/>
            <a:ext cx="26544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accent6"/>
                </a:solidFill>
                <a:latin typeface="Calibri"/>
                <a:ea typeface="Calibri"/>
                <a:cs typeface="Calibri"/>
                <a:sym typeface="Calibri"/>
              </a:rPr>
              <a:t>ELT for scalability &amp; real-time processing</a:t>
            </a:r>
            <a:endParaRPr sz="900">
              <a:solidFill>
                <a:schemeClr val="accent6"/>
              </a:solidFill>
              <a:latin typeface="Calibri"/>
              <a:ea typeface="Calibri"/>
              <a:cs typeface="Calibri"/>
              <a:sym typeface="Calibri"/>
            </a:endParaRPr>
          </a:p>
        </p:txBody>
      </p:sp>
      <p:sp>
        <p:nvSpPr>
          <p:cNvPr id="664" name="Google Shape;664;p70"/>
          <p:cNvSpPr txBox="1"/>
          <p:nvPr/>
        </p:nvSpPr>
        <p:spPr>
          <a:xfrm>
            <a:off x="557650" y="1335713"/>
            <a:ext cx="7178700" cy="1523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100">
                <a:solidFill>
                  <a:schemeClr val="accent6"/>
                </a:solidFill>
              </a:rPr>
              <a:t>Tech companies</a:t>
            </a:r>
            <a:r>
              <a:rPr lang="en" sz="1100">
                <a:solidFill>
                  <a:schemeClr val="accent6"/>
                </a:solidFill>
              </a:rPr>
              <a:t> — too much user data to clean upfront. Store it raw, figure out what you need from it later.</a:t>
            </a:r>
            <a:endParaRPr sz="1100">
              <a:solidFill>
                <a:schemeClr val="accent6"/>
              </a:solidFill>
            </a:endParaRPr>
          </a:p>
          <a:p>
            <a:pPr indent="0" lvl="0" marL="0" rtl="0" algn="l">
              <a:spcBef>
                <a:spcPts val="0"/>
              </a:spcBef>
              <a:spcAft>
                <a:spcPts val="0"/>
              </a:spcAft>
              <a:buNone/>
            </a:pPr>
            <a:r>
              <a:rPr b="1" lang="en" sz="1100">
                <a:solidFill>
                  <a:schemeClr val="accent6"/>
                </a:solidFill>
              </a:rPr>
              <a:t>ML/AI teams</a:t>
            </a:r>
            <a:r>
              <a:rPr lang="en" sz="1100">
                <a:solidFill>
                  <a:schemeClr val="accent6"/>
                </a:solidFill>
              </a:rPr>
              <a:t> — they want raw data in bulk. How they shape it depends on whatever model they're training.</a:t>
            </a:r>
            <a:endParaRPr sz="1100">
              <a:solidFill>
                <a:schemeClr val="accent6"/>
              </a:solidFill>
            </a:endParaRPr>
          </a:p>
          <a:p>
            <a:pPr indent="0" lvl="0" marL="0" rtl="0" algn="l">
              <a:spcBef>
                <a:spcPts val="0"/>
              </a:spcBef>
              <a:spcAft>
                <a:spcPts val="0"/>
              </a:spcAft>
              <a:buNone/>
            </a:pPr>
            <a:r>
              <a:rPr b="1" lang="en" sz="1100">
                <a:solidFill>
                  <a:schemeClr val="accent6"/>
                </a:solidFill>
              </a:rPr>
              <a:t>Data lake shops (Snowflake, Databricks, BigQuery)</a:t>
            </a:r>
            <a:r>
              <a:rPr lang="en" sz="1100">
                <a:solidFill>
                  <a:schemeClr val="accent6"/>
                </a:solidFill>
              </a:rPr>
              <a:t> — the lake exists so you can store raw and transform when you're ready.</a:t>
            </a:r>
            <a:endParaRPr sz="1100">
              <a:solidFill>
                <a:schemeClr val="accent6"/>
              </a:solidFill>
            </a:endParaRPr>
          </a:p>
          <a:p>
            <a:pPr indent="0" lvl="0" marL="0" rtl="0" algn="l">
              <a:spcBef>
                <a:spcPts val="0"/>
              </a:spcBef>
              <a:spcAft>
                <a:spcPts val="0"/>
              </a:spcAft>
              <a:buNone/>
            </a:pPr>
            <a:r>
              <a:rPr b="1" lang="en" sz="1100">
                <a:solidFill>
                  <a:schemeClr val="accent6"/>
                </a:solidFill>
              </a:rPr>
              <a:t>Ride-sharing and delivery apps (Uber, DoorDash)</a:t>
            </a:r>
            <a:r>
              <a:rPr lang="en" sz="1100">
                <a:solidFill>
                  <a:schemeClr val="accent6"/>
                </a:solidFill>
              </a:rPr>
              <a:t> — GPS pings, trip data, surge pricing all happen in real time. They dump everything into a lake and run analytics on it after to optimize routes and pricing.</a:t>
            </a:r>
            <a:endParaRPr sz="1100">
              <a:solidFill>
                <a:schemeClr val="accent6"/>
              </a:solidFill>
            </a:endParaRPr>
          </a:p>
          <a:p>
            <a:pPr indent="0" lvl="0" marL="0" rtl="0" algn="l">
              <a:spcBef>
                <a:spcPts val="0"/>
              </a:spcBef>
              <a:spcAft>
                <a:spcPts val="0"/>
              </a:spcAft>
              <a:buClr>
                <a:schemeClr val="dk1"/>
              </a:buClr>
              <a:buSzPts val="1100"/>
              <a:buFont typeface="Arial"/>
              <a:buNone/>
            </a:pPr>
            <a:r>
              <a:t/>
            </a:r>
            <a:endParaRPr sz="1100">
              <a:solidFill>
                <a:schemeClr val="accent6"/>
              </a:solidFill>
            </a:endParaRPr>
          </a:p>
          <a:p>
            <a:pPr indent="0" lvl="0" marL="0" rtl="0" algn="l">
              <a:spcBef>
                <a:spcPts val="0"/>
              </a:spcBef>
              <a:spcAft>
                <a:spcPts val="0"/>
              </a:spcAft>
              <a:buNone/>
            </a:pPr>
            <a:r>
              <a:t/>
            </a:r>
            <a:endParaRPr sz="1000">
              <a:solidFill>
                <a:schemeClr val="dk2"/>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71"/>
          <p:cNvSpPr txBox="1"/>
          <p:nvPr>
            <p:ph type="title"/>
          </p:nvPr>
        </p:nvSpPr>
        <p:spPr>
          <a:xfrm>
            <a:off x="361975" y="942100"/>
            <a:ext cx="4005900" cy="7086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Clr>
                <a:srgbClr val="1E293B"/>
              </a:buClr>
              <a:buSzPts val="3200"/>
              <a:buFont typeface="Trebuchet MS"/>
              <a:buNone/>
            </a:pPr>
            <a:r>
              <a:rPr b="1" lang="en" sz="3200">
                <a:solidFill>
                  <a:srgbClr val="FFFFFF"/>
                </a:solidFill>
                <a:latin typeface="Trebuchet MS"/>
                <a:ea typeface="Trebuchet MS"/>
                <a:cs typeface="Trebuchet MS"/>
                <a:sym typeface="Trebuchet MS"/>
              </a:rPr>
              <a:t>Recommendations &amp; Conclusion</a:t>
            </a:r>
            <a:endParaRPr>
              <a:solidFill>
                <a:srgbClr val="FFFFFF"/>
              </a:solidFill>
            </a:endParaRPr>
          </a:p>
        </p:txBody>
      </p:sp>
      <p:sp>
        <p:nvSpPr>
          <p:cNvPr descr="A question mark icon." id="670" name="Google Shape;670;p71"/>
          <p:cNvSpPr txBox="1"/>
          <p:nvPr/>
        </p:nvSpPr>
        <p:spPr>
          <a:xfrm>
            <a:off x="6517802" y="1117222"/>
            <a:ext cx="813300" cy="117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200"/>
              <a:buFont typeface="Arial"/>
              <a:buNone/>
            </a:pPr>
            <a:r>
              <a:t/>
            </a:r>
            <a:endParaRPr sz="7200">
              <a:solidFill>
                <a:schemeClr val="accent3"/>
              </a:solidFill>
              <a:latin typeface="Quantico"/>
              <a:ea typeface="Quantico"/>
              <a:cs typeface="Quantico"/>
              <a:sym typeface="Quantico"/>
            </a:endParaRPr>
          </a:p>
        </p:txBody>
      </p:sp>
      <p:sp>
        <p:nvSpPr>
          <p:cNvPr id="671" name="Google Shape;671;p71"/>
          <p:cNvSpPr/>
          <p:nvPr/>
        </p:nvSpPr>
        <p:spPr>
          <a:xfrm>
            <a:off x="-40110" y="1987485"/>
            <a:ext cx="7498200" cy="8229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FFFFF"/>
              </a:buClr>
              <a:buSzPts val="1300"/>
              <a:buFont typeface="Calibri"/>
              <a:buChar char="•"/>
            </a:pPr>
            <a:r>
              <a:rPr b="0" i="0" lang="en" sz="1300" u="none" cap="none" strike="noStrike">
                <a:solidFill>
                  <a:srgbClr val="FFFFFF"/>
                </a:solidFill>
                <a:latin typeface="Calibri"/>
                <a:ea typeface="Calibri"/>
                <a:cs typeface="Calibri"/>
                <a:sym typeface="Calibri"/>
              </a:rPr>
              <a:t>ETL is suited for structured, controlled environments with strict governance</a:t>
            </a:r>
            <a:endParaRPr b="0" i="0" sz="1300" u="none" cap="none" strike="noStrike">
              <a:solidFill>
                <a:srgbClr val="FFFFFF"/>
              </a:solidFill>
              <a:latin typeface="Calibri"/>
              <a:ea typeface="Calibri"/>
              <a:cs typeface="Calibri"/>
              <a:sym typeface="Calibri"/>
            </a:endParaRPr>
          </a:p>
          <a:p>
            <a:pPr indent="-342900" lvl="0" marL="342900" marR="0" rtl="0" algn="l">
              <a:spcBef>
                <a:spcPts val="0"/>
              </a:spcBef>
              <a:spcAft>
                <a:spcPts val="0"/>
              </a:spcAft>
              <a:buClr>
                <a:srgbClr val="FFFFFF"/>
              </a:buClr>
              <a:buSzPts val="1300"/>
              <a:buFont typeface="Calibri"/>
              <a:buChar char="•"/>
            </a:pPr>
            <a:r>
              <a:rPr b="0" i="0" lang="en" sz="1300" u="none" cap="none" strike="noStrike">
                <a:solidFill>
                  <a:srgbClr val="FFFFFF"/>
                </a:solidFill>
                <a:latin typeface="Calibri"/>
                <a:ea typeface="Calibri"/>
                <a:cs typeface="Calibri"/>
                <a:sym typeface="Calibri"/>
              </a:rPr>
              <a:t>ELT is better for modern big data and streaming systems at scale</a:t>
            </a:r>
            <a:endParaRPr b="0" i="0" sz="1300" u="none" cap="none" strike="noStrike">
              <a:solidFill>
                <a:srgbClr val="FFFFFF"/>
              </a:solidFill>
              <a:latin typeface="Calibri"/>
              <a:ea typeface="Calibri"/>
              <a:cs typeface="Calibri"/>
              <a:sym typeface="Calibri"/>
            </a:endParaRPr>
          </a:p>
        </p:txBody>
      </p:sp>
      <p:sp>
        <p:nvSpPr>
          <p:cNvPr id="672" name="Google Shape;672;p71"/>
          <p:cNvSpPr/>
          <p:nvPr/>
        </p:nvSpPr>
        <p:spPr>
          <a:xfrm>
            <a:off x="-40110" y="3122055"/>
            <a:ext cx="7589400" cy="118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6B6D4"/>
              </a:buClr>
              <a:buSzPts val="1400"/>
              <a:buFont typeface="Calibri"/>
              <a:buNone/>
            </a:pPr>
            <a:r>
              <a:rPr i="0" lang="en" u="none" cap="none" strike="noStrike">
                <a:solidFill>
                  <a:srgbClr val="FFFFFF"/>
                </a:solidFill>
                <a:latin typeface="Calibri"/>
                <a:ea typeface="Calibri"/>
                <a:cs typeface="Calibri"/>
                <a:sym typeface="Calibri"/>
              </a:rPr>
              <a:t>Use ELT with Kafka, Spark, and Hadoop for scalable big data analytics and real-time processing</a:t>
            </a:r>
            <a:endParaRPr i="0" u="none" cap="none" strike="noStrike">
              <a:solidFill>
                <a:srgbClr val="FFFFFF"/>
              </a:solidFill>
              <a:latin typeface="Calibri"/>
              <a:ea typeface="Calibri"/>
              <a:cs typeface="Calibri"/>
              <a:sym typeface="Calibri"/>
            </a:endParaRPr>
          </a:p>
          <a:p>
            <a:pPr indent="0" lvl="0" marL="0" marR="0" rtl="0" algn="l">
              <a:spcBef>
                <a:spcPts val="0"/>
              </a:spcBef>
              <a:spcAft>
                <a:spcPts val="0"/>
              </a:spcAft>
              <a:buClr>
                <a:srgbClr val="000000"/>
              </a:buClr>
              <a:buSzPts val="1400"/>
              <a:buFont typeface="Calibri"/>
              <a:buNone/>
            </a:pPr>
            <a:r>
              <a:t/>
            </a:r>
            <a:endParaRPr i="0" u="none" cap="none" strike="noStrike">
              <a:solidFill>
                <a:srgbClr val="FFFFFF"/>
              </a:solidFill>
              <a:latin typeface="Calibri"/>
              <a:ea typeface="Calibri"/>
              <a:cs typeface="Calibri"/>
              <a:sym typeface="Calibri"/>
            </a:endParaRPr>
          </a:p>
          <a:p>
            <a:pPr indent="0" lvl="0" marL="0" marR="0" rtl="0" algn="l">
              <a:spcBef>
                <a:spcPts val="0"/>
              </a:spcBef>
              <a:spcAft>
                <a:spcPts val="0"/>
              </a:spcAft>
              <a:buClr>
                <a:srgbClr val="CBD5E1"/>
              </a:buClr>
              <a:buSzPts val="1300"/>
              <a:buFont typeface="Calibri"/>
              <a:buNone/>
            </a:pPr>
            <a:r>
              <a:rPr i="0" lang="en" u="none" cap="none" strike="noStrike">
                <a:solidFill>
                  <a:srgbClr val="FFFFFF"/>
                </a:solidFill>
                <a:latin typeface="Calibri"/>
                <a:ea typeface="Calibri"/>
                <a:cs typeface="Calibri"/>
                <a:sym typeface="Calibri"/>
              </a:rPr>
              <a:t>ETL remains valuable for traditional enterprise data warehouses where governance and data quality are the top prior</a:t>
            </a:r>
            <a:r>
              <a:rPr i="0" lang="en" u="none" cap="none" strike="noStrike">
                <a:solidFill>
                  <a:srgbClr val="FFFFFF"/>
                </a:solidFill>
                <a:latin typeface="Calibri"/>
                <a:ea typeface="Calibri"/>
                <a:cs typeface="Calibri"/>
                <a:sym typeface="Calibri"/>
              </a:rPr>
              <a:t>ity</a:t>
            </a:r>
            <a:endParaRPr i="0" u="none" cap="none" strike="noStrik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72"/>
          <p:cNvSpPr txBox="1"/>
          <p:nvPr>
            <p:ph type="title"/>
          </p:nvPr>
        </p:nvSpPr>
        <p:spPr>
          <a:xfrm>
            <a:off x="901475" y="907075"/>
            <a:ext cx="4695000" cy="8625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lang="en"/>
              <a:t>Thank You!</a:t>
            </a:r>
            <a:endParaRPr/>
          </a:p>
        </p:txBody>
      </p:sp>
      <p:sp>
        <p:nvSpPr>
          <p:cNvPr id="678" name="Google Shape;678;p72"/>
          <p:cNvSpPr txBox="1"/>
          <p:nvPr>
            <p:ph idx="2" type="title"/>
          </p:nvPr>
        </p:nvSpPr>
        <p:spPr>
          <a:xfrm>
            <a:off x="930907" y="1836900"/>
            <a:ext cx="4005900" cy="1879500"/>
          </a:xfrm>
          <a:prstGeom prst="rect">
            <a:avLst/>
          </a:prstGeom>
        </p:spPr>
        <p:txBody>
          <a:bodyPr anchorCtr="0" anchor="t" bIns="0" lIns="0" spcFirstLastPara="1" rIns="91425" wrap="square" tIns="0">
            <a:noAutofit/>
          </a:bodyPr>
          <a:lstStyle/>
          <a:p>
            <a:pPr indent="0" lvl="0" marL="0" rtl="0" algn="l">
              <a:spcBef>
                <a:spcPts val="1000"/>
              </a:spcBef>
              <a:spcAft>
                <a:spcPts val="0"/>
              </a:spcAft>
              <a:buSzPts val="1600"/>
              <a:buNone/>
            </a:pPr>
            <a:r>
              <a:rPr lang="en" sz="3600"/>
              <a:t>Q&amp;A</a:t>
            </a:r>
            <a:endParaRPr sz="3600"/>
          </a:p>
        </p:txBody>
      </p:sp>
      <p:grpSp>
        <p:nvGrpSpPr>
          <p:cNvPr id="679" name="Google Shape;679;p72"/>
          <p:cNvGrpSpPr/>
          <p:nvPr/>
        </p:nvGrpSpPr>
        <p:grpSpPr>
          <a:xfrm>
            <a:off x="6669394" y="1233289"/>
            <a:ext cx="750966" cy="862557"/>
            <a:chOff x="6071775" y="2386700"/>
            <a:chExt cx="1308075" cy="1502450"/>
          </a:xfrm>
        </p:grpSpPr>
        <p:sp>
          <p:nvSpPr>
            <p:cNvPr descr="A lightbulb icon." id="680" name="Google Shape;680;p72"/>
            <p:cNvSpPr/>
            <p:nvPr/>
          </p:nvSpPr>
          <p:spPr>
            <a:xfrm>
              <a:off x="6338375" y="2650600"/>
              <a:ext cx="774875" cy="924700"/>
            </a:xfrm>
            <a:custGeom>
              <a:rect b="b" l="l" r="r" t="t"/>
              <a:pathLst>
                <a:path extrusionOk="0" h="36988" w="30995">
                  <a:moveTo>
                    <a:pt x="15498" y="2457"/>
                  </a:moveTo>
                  <a:cubicBezTo>
                    <a:pt x="22679" y="2457"/>
                    <a:pt x="28538" y="8316"/>
                    <a:pt x="28538" y="15497"/>
                  </a:cubicBezTo>
                  <a:cubicBezTo>
                    <a:pt x="28538" y="18845"/>
                    <a:pt x="27269" y="22031"/>
                    <a:pt x="24974" y="24434"/>
                  </a:cubicBezTo>
                  <a:cubicBezTo>
                    <a:pt x="24920" y="24515"/>
                    <a:pt x="24839" y="24596"/>
                    <a:pt x="24758" y="24677"/>
                  </a:cubicBezTo>
                  <a:cubicBezTo>
                    <a:pt x="21653" y="27971"/>
                    <a:pt x="21059" y="32371"/>
                    <a:pt x="20978" y="34531"/>
                  </a:cubicBezTo>
                  <a:lnTo>
                    <a:pt x="10017" y="34531"/>
                  </a:lnTo>
                  <a:cubicBezTo>
                    <a:pt x="9936" y="32371"/>
                    <a:pt x="9342" y="27944"/>
                    <a:pt x="6210" y="24650"/>
                  </a:cubicBezTo>
                  <a:cubicBezTo>
                    <a:pt x="6210" y="24650"/>
                    <a:pt x="6183" y="24623"/>
                    <a:pt x="6183" y="24623"/>
                  </a:cubicBezTo>
                  <a:cubicBezTo>
                    <a:pt x="6129" y="24569"/>
                    <a:pt x="6075" y="24488"/>
                    <a:pt x="6021" y="24434"/>
                  </a:cubicBezTo>
                  <a:cubicBezTo>
                    <a:pt x="3726" y="22031"/>
                    <a:pt x="2457" y="18845"/>
                    <a:pt x="2457" y="15497"/>
                  </a:cubicBezTo>
                  <a:cubicBezTo>
                    <a:pt x="2457" y="8316"/>
                    <a:pt x="8316" y="2457"/>
                    <a:pt x="15498" y="2457"/>
                  </a:cubicBezTo>
                  <a:close/>
                  <a:moveTo>
                    <a:pt x="15498" y="1"/>
                  </a:moveTo>
                  <a:cubicBezTo>
                    <a:pt x="6966" y="1"/>
                    <a:pt x="1" y="6966"/>
                    <a:pt x="1" y="15497"/>
                  </a:cubicBezTo>
                  <a:cubicBezTo>
                    <a:pt x="1" y="19493"/>
                    <a:pt x="1513" y="23273"/>
                    <a:pt x="4239" y="26135"/>
                  </a:cubicBezTo>
                  <a:cubicBezTo>
                    <a:pt x="4239" y="26135"/>
                    <a:pt x="4239" y="26135"/>
                    <a:pt x="4266" y="26162"/>
                  </a:cubicBezTo>
                  <a:cubicBezTo>
                    <a:pt x="4293" y="26216"/>
                    <a:pt x="4347" y="26270"/>
                    <a:pt x="4374" y="26297"/>
                  </a:cubicBezTo>
                  <a:cubicBezTo>
                    <a:pt x="4374" y="26297"/>
                    <a:pt x="4374" y="26297"/>
                    <a:pt x="4401" y="26324"/>
                  </a:cubicBezTo>
                  <a:cubicBezTo>
                    <a:pt x="7884" y="29995"/>
                    <a:pt x="7560" y="35638"/>
                    <a:pt x="7560" y="35692"/>
                  </a:cubicBezTo>
                  <a:cubicBezTo>
                    <a:pt x="7560" y="35692"/>
                    <a:pt x="7560" y="35692"/>
                    <a:pt x="7479" y="36988"/>
                  </a:cubicBezTo>
                  <a:lnTo>
                    <a:pt x="23516" y="36988"/>
                  </a:lnTo>
                  <a:cubicBezTo>
                    <a:pt x="23516" y="36988"/>
                    <a:pt x="23516" y="36988"/>
                    <a:pt x="23435" y="35692"/>
                  </a:cubicBezTo>
                  <a:cubicBezTo>
                    <a:pt x="23435" y="35638"/>
                    <a:pt x="23111" y="29995"/>
                    <a:pt x="26567" y="26351"/>
                  </a:cubicBezTo>
                  <a:cubicBezTo>
                    <a:pt x="26567" y="26351"/>
                    <a:pt x="26567" y="26351"/>
                    <a:pt x="26594" y="26324"/>
                  </a:cubicBezTo>
                  <a:cubicBezTo>
                    <a:pt x="26621" y="26270"/>
                    <a:pt x="26675" y="26216"/>
                    <a:pt x="26729" y="26162"/>
                  </a:cubicBezTo>
                  <a:cubicBezTo>
                    <a:pt x="26729" y="26162"/>
                    <a:pt x="26729" y="26162"/>
                    <a:pt x="26756" y="26135"/>
                  </a:cubicBezTo>
                  <a:cubicBezTo>
                    <a:pt x="29483" y="23246"/>
                    <a:pt x="30995" y="19466"/>
                    <a:pt x="30995" y="15497"/>
                  </a:cubicBezTo>
                  <a:cubicBezTo>
                    <a:pt x="30995" y="6966"/>
                    <a:pt x="24029" y="1"/>
                    <a:pt x="154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81" name="Google Shape;681;p72"/>
            <p:cNvSpPr/>
            <p:nvPr/>
          </p:nvSpPr>
          <p:spPr>
            <a:xfrm>
              <a:off x="6528725" y="3618475"/>
              <a:ext cx="394200" cy="61450"/>
            </a:xfrm>
            <a:custGeom>
              <a:rect b="b" l="l" r="r" t="t"/>
              <a:pathLst>
                <a:path extrusionOk="0" h="2458" w="15768">
                  <a:moveTo>
                    <a:pt x="0" y="1"/>
                  </a:moveTo>
                  <a:lnTo>
                    <a:pt x="0" y="2458"/>
                  </a:lnTo>
                  <a:lnTo>
                    <a:pt x="15767" y="2458"/>
                  </a:lnTo>
                  <a:lnTo>
                    <a:pt x="157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82" name="Google Shape;682;p72"/>
            <p:cNvSpPr/>
            <p:nvPr/>
          </p:nvSpPr>
          <p:spPr>
            <a:xfrm>
              <a:off x="6528725" y="3723100"/>
              <a:ext cx="394200" cy="61450"/>
            </a:xfrm>
            <a:custGeom>
              <a:rect b="b" l="l" r="r" t="t"/>
              <a:pathLst>
                <a:path extrusionOk="0" h="2458" w="15768">
                  <a:moveTo>
                    <a:pt x="0" y="0"/>
                  </a:moveTo>
                  <a:lnTo>
                    <a:pt x="0" y="2457"/>
                  </a:lnTo>
                  <a:lnTo>
                    <a:pt x="15767" y="2457"/>
                  </a:lnTo>
                  <a:lnTo>
                    <a:pt x="157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83" name="Google Shape;683;p72"/>
            <p:cNvSpPr/>
            <p:nvPr/>
          </p:nvSpPr>
          <p:spPr>
            <a:xfrm>
              <a:off x="6607675" y="3827725"/>
              <a:ext cx="236275" cy="61425"/>
            </a:xfrm>
            <a:custGeom>
              <a:rect b="b" l="l" r="r" t="t"/>
              <a:pathLst>
                <a:path extrusionOk="0" h="2457" w="9451">
                  <a:moveTo>
                    <a:pt x="1" y="0"/>
                  </a:moveTo>
                  <a:lnTo>
                    <a:pt x="1" y="2457"/>
                  </a:lnTo>
                  <a:lnTo>
                    <a:pt x="9450" y="2457"/>
                  </a:lnTo>
                  <a:lnTo>
                    <a:pt x="94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84" name="Google Shape;684;p72"/>
            <p:cNvSpPr/>
            <p:nvPr/>
          </p:nvSpPr>
          <p:spPr>
            <a:xfrm>
              <a:off x="6241850" y="3352550"/>
              <a:ext cx="172150" cy="172825"/>
            </a:xfrm>
            <a:custGeom>
              <a:rect b="b" l="l" r="r" t="t"/>
              <a:pathLst>
                <a:path extrusionOk="0" h="6913" w="6886">
                  <a:moveTo>
                    <a:pt x="5158" y="1"/>
                  </a:moveTo>
                  <a:lnTo>
                    <a:pt x="1" y="5157"/>
                  </a:lnTo>
                  <a:lnTo>
                    <a:pt x="1729" y="6912"/>
                  </a:lnTo>
                  <a:lnTo>
                    <a:pt x="6885" y="1728"/>
                  </a:lnTo>
                  <a:lnTo>
                    <a:pt x="51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85" name="Google Shape;685;p72"/>
            <p:cNvSpPr/>
            <p:nvPr/>
          </p:nvSpPr>
          <p:spPr>
            <a:xfrm>
              <a:off x="6071775" y="3010350"/>
              <a:ext cx="182925" cy="61450"/>
            </a:xfrm>
            <a:custGeom>
              <a:rect b="b" l="l" r="r" t="t"/>
              <a:pathLst>
                <a:path extrusionOk="0" h="2458" w="7317">
                  <a:moveTo>
                    <a:pt x="0" y="1"/>
                  </a:moveTo>
                  <a:lnTo>
                    <a:pt x="0" y="2457"/>
                  </a:lnTo>
                  <a:lnTo>
                    <a:pt x="7317" y="2457"/>
                  </a:lnTo>
                  <a:lnTo>
                    <a:pt x="73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86" name="Google Shape;686;p72"/>
            <p:cNvSpPr/>
            <p:nvPr/>
          </p:nvSpPr>
          <p:spPr>
            <a:xfrm>
              <a:off x="6241850" y="2556775"/>
              <a:ext cx="172150" cy="172825"/>
            </a:xfrm>
            <a:custGeom>
              <a:rect b="b" l="l" r="r" t="t"/>
              <a:pathLst>
                <a:path extrusionOk="0" h="6913" w="6886">
                  <a:moveTo>
                    <a:pt x="1729" y="1"/>
                  </a:moveTo>
                  <a:lnTo>
                    <a:pt x="1" y="1729"/>
                  </a:lnTo>
                  <a:lnTo>
                    <a:pt x="5158" y="6912"/>
                  </a:lnTo>
                  <a:lnTo>
                    <a:pt x="6885" y="5158"/>
                  </a:lnTo>
                  <a:lnTo>
                    <a:pt x="17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87" name="Google Shape;687;p72"/>
            <p:cNvSpPr/>
            <p:nvPr/>
          </p:nvSpPr>
          <p:spPr>
            <a:xfrm>
              <a:off x="6694750" y="2386700"/>
              <a:ext cx="62125" cy="182925"/>
            </a:xfrm>
            <a:custGeom>
              <a:rect b="b" l="l" r="r" t="t"/>
              <a:pathLst>
                <a:path extrusionOk="0" h="7317" w="2485">
                  <a:moveTo>
                    <a:pt x="1" y="0"/>
                  </a:moveTo>
                  <a:lnTo>
                    <a:pt x="1" y="7317"/>
                  </a:lnTo>
                  <a:lnTo>
                    <a:pt x="2485" y="7317"/>
                  </a:lnTo>
                  <a:lnTo>
                    <a:pt x="24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88" name="Google Shape;688;p72"/>
            <p:cNvSpPr/>
            <p:nvPr/>
          </p:nvSpPr>
          <p:spPr>
            <a:xfrm>
              <a:off x="7037625" y="2556775"/>
              <a:ext cx="172150" cy="172825"/>
            </a:xfrm>
            <a:custGeom>
              <a:rect b="b" l="l" r="r" t="t"/>
              <a:pathLst>
                <a:path extrusionOk="0" h="6913" w="6886">
                  <a:moveTo>
                    <a:pt x="5158" y="1"/>
                  </a:moveTo>
                  <a:lnTo>
                    <a:pt x="1" y="5158"/>
                  </a:lnTo>
                  <a:lnTo>
                    <a:pt x="1729" y="6912"/>
                  </a:lnTo>
                  <a:lnTo>
                    <a:pt x="6885" y="1729"/>
                  </a:lnTo>
                  <a:lnTo>
                    <a:pt x="515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89" name="Google Shape;689;p72"/>
            <p:cNvSpPr/>
            <p:nvPr/>
          </p:nvSpPr>
          <p:spPr>
            <a:xfrm>
              <a:off x="7196925" y="3010350"/>
              <a:ext cx="182925" cy="61450"/>
            </a:xfrm>
            <a:custGeom>
              <a:rect b="b" l="l" r="r" t="t"/>
              <a:pathLst>
                <a:path extrusionOk="0" h="2458" w="7317">
                  <a:moveTo>
                    <a:pt x="0" y="1"/>
                  </a:moveTo>
                  <a:lnTo>
                    <a:pt x="0" y="2457"/>
                  </a:lnTo>
                  <a:lnTo>
                    <a:pt x="7317" y="2457"/>
                  </a:lnTo>
                  <a:lnTo>
                    <a:pt x="73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90" name="Google Shape;690;p72"/>
            <p:cNvSpPr/>
            <p:nvPr/>
          </p:nvSpPr>
          <p:spPr>
            <a:xfrm>
              <a:off x="7037625" y="3352550"/>
              <a:ext cx="172150" cy="172825"/>
            </a:xfrm>
            <a:custGeom>
              <a:rect b="b" l="l" r="r" t="t"/>
              <a:pathLst>
                <a:path extrusionOk="0" h="6913" w="6886">
                  <a:moveTo>
                    <a:pt x="1729" y="1"/>
                  </a:moveTo>
                  <a:lnTo>
                    <a:pt x="1" y="1728"/>
                  </a:lnTo>
                  <a:lnTo>
                    <a:pt x="5158" y="6912"/>
                  </a:lnTo>
                  <a:lnTo>
                    <a:pt x="6885" y="5157"/>
                  </a:lnTo>
                  <a:lnTo>
                    <a:pt x="17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91" name="Google Shape;691;p72"/>
            <p:cNvSpPr/>
            <p:nvPr/>
          </p:nvSpPr>
          <p:spPr>
            <a:xfrm>
              <a:off x="6584750" y="3015075"/>
              <a:ext cx="282150" cy="195075"/>
            </a:xfrm>
            <a:custGeom>
              <a:rect b="b" l="l" r="r" t="t"/>
              <a:pathLst>
                <a:path extrusionOk="0" h="7803" w="11286">
                  <a:moveTo>
                    <a:pt x="9557" y="1"/>
                  </a:moveTo>
                  <a:lnTo>
                    <a:pt x="5238" y="4320"/>
                  </a:lnTo>
                  <a:lnTo>
                    <a:pt x="1728" y="810"/>
                  </a:lnTo>
                  <a:lnTo>
                    <a:pt x="0" y="2565"/>
                  </a:lnTo>
                  <a:lnTo>
                    <a:pt x="5238" y="7803"/>
                  </a:lnTo>
                  <a:lnTo>
                    <a:pt x="11285" y="1755"/>
                  </a:lnTo>
                  <a:lnTo>
                    <a:pt x="955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grpSp>
      <p:grpSp>
        <p:nvGrpSpPr>
          <p:cNvPr id="692" name="Google Shape;692;p72"/>
          <p:cNvGrpSpPr/>
          <p:nvPr/>
        </p:nvGrpSpPr>
        <p:grpSpPr>
          <a:xfrm>
            <a:off x="6669394" y="3285064"/>
            <a:ext cx="750966" cy="862557"/>
            <a:chOff x="6071775" y="2386700"/>
            <a:chExt cx="1308075" cy="1502450"/>
          </a:xfrm>
        </p:grpSpPr>
        <p:sp>
          <p:nvSpPr>
            <p:cNvPr id="693" name="Google Shape;693;p72"/>
            <p:cNvSpPr/>
            <p:nvPr/>
          </p:nvSpPr>
          <p:spPr>
            <a:xfrm>
              <a:off x="6338375" y="2650600"/>
              <a:ext cx="774875" cy="924700"/>
            </a:xfrm>
            <a:custGeom>
              <a:rect b="b" l="l" r="r" t="t"/>
              <a:pathLst>
                <a:path extrusionOk="0" h="36988" w="30995">
                  <a:moveTo>
                    <a:pt x="15498" y="2457"/>
                  </a:moveTo>
                  <a:cubicBezTo>
                    <a:pt x="22679" y="2457"/>
                    <a:pt x="28538" y="8316"/>
                    <a:pt x="28538" y="15497"/>
                  </a:cubicBezTo>
                  <a:cubicBezTo>
                    <a:pt x="28538" y="18845"/>
                    <a:pt x="27269" y="22031"/>
                    <a:pt x="24974" y="24434"/>
                  </a:cubicBezTo>
                  <a:cubicBezTo>
                    <a:pt x="24920" y="24515"/>
                    <a:pt x="24839" y="24596"/>
                    <a:pt x="24758" y="24677"/>
                  </a:cubicBezTo>
                  <a:cubicBezTo>
                    <a:pt x="21653" y="27971"/>
                    <a:pt x="21059" y="32371"/>
                    <a:pt x="20978" y="34531"/>
                  </a:cubicBezTo>
                  <a:lnTo>
                    <a:pt x="10017" y="34531"/>
                  </a:lnTo>
                  <a:cubicBezTo>
                    <a:pt x="9936" y="32371"/>
                    <a:pt x="9342" y="27944"/>
                    <a:pt x="6210" y="24650"/>
                  </a:cubicBezTo>
                  <a:cubicBezTo>
                    <a:pt x="6210" y="24650"/>
                    <a:pt x="6183" y="24623"/>
                    <a:pt x="6183" y="24623"/>
                  </a:cubicBezTo>
                  <a:cubicBezTo>
                    <a:pt x="6129" y="24569"/>
                    <a:pt x="6075" y="24488"/>
                    <a:pt x="6021" y="24434"/>
                  </a:cubicBezTo>
                  <a:cubicBezTo>
                    <a:pt x="3726" y="22031"/>
                    <a:pt x="2457" y="18845"/>
                    <a:pt x="2457" y="15497"/>
                  </a:cubicBezTo>
                  <a:cubicBezTo>
                    <a:pt x="2457" y="8316"/>
                    <a:pt x="8316" y="2457"/>
                    <a:pt x="15498" y="2457"/>
                  </a:cubicBezTo>
                  <a:close/>
                  <a:moveTo>
                    <a:pt x="15498" y="1"/>
                  </a:moveTo>
                  <a:cubicBezTo>
                    <a:pt x="6966" y="1"/>
                    <a:pt x="1" y="6966"/>
                    <a:pt x="1" y="15497"/>
                  </a:cubicBezTo>
                  <a:cubicBezTo>
                    <a:pt x="1" y="19493"/>
                    <a:pt x="1513" y="23273"/>
                    <a:pt x="4239" y="26135"/>
                  </a:cubicBezTo>
                  <a:cubicBezTo>
                    <a:pt x="4239" y="26135"/>
                    <a:pt x="4239" y="26135"/>
                    <a:pt x="4266" y="26162"/>
                  </a:cubicBezTo>
                  <a:cubicBezTo>
                    <a:pt x="4293" y="26216"/>
                    <a:pt x="4347" y="26270"/>
                    <a:pt x="4374" y="26297"/>
                  </a:cubicBezTo>
                  <a:cubicBezTo>
                    <a:pt x="4374" y="26297"/>
                    <a:pt x="4374" y="26297"/>
                    <a:pt x="4401" y="26324"/>
                  </a:cubicBezTo>
                  <a:cubicBezTo>
                    <a:pt x="7884" y="29995"/>
                    <a:pt x="7560" y="35638"/>
                    <a:pt x="7560" y="35692"/>
                  </a:cubicBezTo>
                  <a:cubicBezTo>
                    <a:pt x="7560" y="35692"/>
                    <a:pt x="7560" y="35692"/>
                    <a:pt x="7479" y="36988"/>
                  </a:cubicBezTo>
                  <a:lnTo>
                    <a:pt x="23516" y="36988"/>
                  </a:lnTo>
                  <a:cubicBezTo>
                    <a:pt x="23516" y="36988"/>
                    <a:pt x="23516" y="36988"/>
                    <a:pt x="23435" y="35692"/>
                  </a:cubicBezTo>
                  <a:cubicBezTo>
                    <a:pt x="23435" y="35638"/>
                    <a:pt x="23111" y="29995"/>
                    <a:pt x="26567" y="26351"/>
                  </a:cubicBezTo>
                  <a:cubicBezTo>
                    <a:pt x="26567" y="26351"/>
                    <a:pt x="26567" y="26351"/>
                    <a:pt x="26594" y="26324"/>
                  </a:cubicBezTo>
                  <a:cubicBezTo>
                    <a:pt x="26621" y="26270"/>
                    <a:pt x="26675" y="26216"/>
                    <a:pt x="26729" y="26162"/>
                  </a:cubicBezTo>
                  <a:cubicBezTo>
                    <a:pt x="26729" y="26162"/>
                    <a:pt x="26729" y="26162"/>
                    <a:pt x="26756" y="26135"/>
                  </a:cubicBezTo>
                  <a:cubicBezTo>
                    <a:pt x="29483" y="23246"/>
                    <a:pt x="30995" y="19466"/>
                    <a:pt x="30995" y="15497"/>
                  </a:cubicBezTo>
                  <a:cubicBezTo>
                    <a:pt x="30995" y="6966"/>
                    <a:pt x="24029" y="1"/>
                    <a:pt x="154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94" name="Google Shape;694;p72"/>
            <p:cNvSpPr/>
            <p:nvPr/>
          </p:nvSpPr>
          <p:spPr>
            <a:xfrm>
              <a:off x="6528725" y="3618475"/>
              <a:ext cx="394200" cy="61450"/>
            </a:xfrm>
            <a:custGeom>
              <a:rect b="b" l="l" r="r" t="t"/>
              <a:pathLst>
                <a:path extrusionOk="0" h="2458" w="15768">
                  <a:moveTo>
                    <a:pt x="0" y="1"/>
                  </a:moveTo>
                  <a:lnTo>
                    <a:pt x="0" y="2458"/>
                  </a:lnTo>
                  <a:lnTo>
                    <a:pt x="15767" y="2458"/>
                  </a:lnTo>
                  <a:lnTo>
                    <a:pt x="1576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95" name="Google Shape;695;p72"/>
            <p:cNvSpPr/>
            <p:nvPr/>
          </p:nvSpPr>
          <p:spPr>
            <a:xfrm>
              <a:off x="6528725" y="3723100"/>
              <a:ext cx="394200" cy="61450"/>
            </a:xfrm>
            <a:custGeom>
              <a:rect b="b" l="l" r="r" t="t"/>
              <a:pathLst>
                <a:path extrusionOk="0" h="2458" w="15768">
                  <a:moveTo>
                    <a:pt x="0" y="0"/>
                  </a:moveTo>
                  <a:lnTo>
                    <a:pt x="0" y="2457"/>
                  </a:lnTo>
                  <a:lnTo>
                    <a:pt x="15767" y="2457"/>
                  </a:lnTo>
                  <a:lnTo>
                    <a:pt x="1576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96" name="Google Shape;696;p72"/>
            <p:cNvSpPr/>
            <p:nvPr/>
          </p:nvSpPr>
          <p:spPr>
            <a:xfrm>
              <a:off x="6607675" y="3827725"/>
              <a:ext cx="236275" cy="61425"/>
            </a:xfrm>
            <a:custGeom>
              <a:rect b="b" l="l" r="r" t="t"/>
              <a:pathLst>
                <a:path extrusionOk="0" h="2457" w="9451">
                  <a:moveTo>
                    <a:pt x="1" y="0"/>
                  </a:moveTo>
                  <a:lnTo>
                    <a:pt x="1" y="2457"/>
                  </a:lnTo>
                  <a:lnTo>
                    <a:pt x="9450" y="2457"/>
                  </a:lnTo>
                  <a:lnTo>
                    <a:pt x="945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97" name="Google Shape;697;p72"/>
            <p:cNvSpPr/>
            <p:nvPr/>
          </p:nvSpPr>
          <p:spPr>
            <a:xfrm>
              <a:off x="6241850" y="3352550"/>
              <a:ext cx="172150" cy="172825"/>
            </a:xfrm>
            <a:custGeom>
              <a:rect b="b" l="l" r="r" t="t"/>
              <a:pathLst>
                <a:path extrusionOk="0" h="6913" w="6886">
                  <a:moveTo>
                    <a:pt x="5158" y="1"/>
                  </a:moveTo>
                  <a:lnTo>
                    <a:pt x="1" y="5157"/>
                  </a:lnTo>
                  <a:lnTo>
                    <a:pt x="1729" y="6912"/>
                  </a:lnTo>
                  <a:lnTo>
                    <a:pt x="6885" y="1728"/>
                  </a:lnTo>
                  <a:lnTo>
                    <a:pt x="515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98" name="Google Shape;698;p72"/>
            <p:cNvSpPr/>
            <p:nvPr/>
          </p:nvSpPr>
          <p:spPr>
            <a:xfrm>
              <a:off x="6071775" y="3010350"/>
              <a:ext cx="182925" cy="61450"/>
            </a:xfrm>
            <a:custGeom>
              <a:rect b="b" l="l" r="r" t="t"/>
              <a:pathLst>
                <a:path extrusionOk="0" h="2458" w="7317">
                  <a:moveTo>
                    <a:pt x="0" y="1"/>
                  </a:moveTo>
                  <a:lnTo>
                    <a:pt x="0" y="2457"/>
                  </a:lnTo>
                  <a:lnTo>
                    <a:pt x="7317" y="2457"/>
                  </a:lnTo>
                  <a:lnTo>
                    <a:pt x="73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699" name="Google Shape;699;p72"/>
            <p:cNvSpPr/>
            <p:nvPr/>
          </p:nvSpPr>
          <p:spPr>
            <a:xfrm>
              <a:off x="6241850" y="2556775"/>
              <a:ext cx="172150" cy="172825"/>
            </a:xfrm>
            <a:custGeom>
              <a:rect b="b" l="l" r="r" t="t"/>
              <a:pathLst>
                <a:path extrusionOk="0" h="6913" w="6886">
                  <a:moveTo>
                    <a:pt x="1729" y="1"/>
                  </a:moveTo>
                  <a:lnTo>
                    <a:pt x="1" y="1729"/>
                  </a:lnTo>
                  <a:lnTo>
                    <a:pt x="5158" y="6912"/>
                  </a:lnTo>
                  <a:lnTo>
                    <a:pt x="6885" y="5158"/>
                  </a:lnTo>
                  <a:lnTo>
                    <a:pt x="172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700" name="Google Shape;700;p72"/>
            <p:cNvSpPr/>
            <p:nvPr/>
          </p:nvSpPr>
          <p:spPr>
            <a:xfrm>
              <a:off x="6694750" y="2386700"/>
              <a:ext cx="62125" cy="182925"/>
            </a:xfrm>
            <a:custGeom>
              <a:rect b="b" l="l" r="r" t="t"/>
              <a:pathLst>
                <a:path extrusionOk="0" h="7317" w="2485">
                  <a:moveTo>
                    <a:pt x="1" y="0"/>
                  </a:moveTo>
                  <a:lnTo>
                    <a:pt x="1" y="7317"/>
                  </a:lnTo>
                  <a:lnTo>
                    <a:pt x="2485" y="7317"/>
                  </a:lnTo>
                  <a:lnTo>
                    <a:pt x="248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701" name="Google Shape;701;p72"/>
            <p:cNvSpPr/>
            <p:nvPr/>
          </p:nvSpPr>
          <p:spPr>
            <a:xfrm>
              <a:off x="7037625" y="2556775"/>
              <a:ext cx="172150" cy="172825"/>
            </a:xfrm>
            <a:custGeom>
              <a:rect b="b" l="l" r="r" t="t"/>
              <a:pathLst>
                <a:path extrusionOk="0" h="6913" w="6886">
                  <a:moveTo>
                    <a:pt x="5158" y="1"/>
                  </a:moveTo>
                  <a:lnTo>
                    <a:pt x="1" y="5158"/>
                  </a:lnTo>
                  <a:lnTo>
                    <a:pt x="1729" y="6912"/>
                  </a:lnTo>
                  <a:lnTo>
                    <a:pt x="6885" y="1729"/>
                  </a:lnTo>
                  <a:lnTo>
                    <a:pt x="515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702" name="Google Shape;702;p72"/>
            <p:cNvSpPr/>
            <p:nvPr/>
          </p:nvSpPr>
          <p:spPr>
            <a:xfrm>
              <a:off x="7196925" y="3010350"/>
              <a:ext cx="182925" cy="61450"/>
            </a:xfrm>
            <a:custGeom>
              <a:rect b="b" l="l" r="r" t="t"/>
              <a:pathLst>
                <a:path extrusionOk="0" h="2458" w="7317">
                  <a:moveTo>
                    <a:pt x="0" y="1"/>
                  </a:moveTo>
                  <a:lnTo>
                    <a:pt x="0" y="2457"/>
                  </a:lnTo>
                  <a:lnTo>
                    <a:pt x="7317" y="2457"/>
                  </a:lnTo>
                  <a:lnTo>
                    <a:pt x="73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703" name="Google Shape;703;p72"/>
            <p:cNvSpPr/>
            <p:nvPr/>
          </p:nvSpPr>
          <p:spPr>
            <a:xfrm>
              <a:off x="7037625" y="3352550"/>
              <a:ext cx="172150" cy="172825"/>
            </a:xfrm>
            <a:custGeom>
              <a:rect b="b" l="l" r="r" t="t"/>
              <a:pathLst>
                <a:path extrusionOk="0" h="6913" w="6886">
                  <a:moveTo>
                    <a:pt x="1729" y="1"/>
                  </a:moveTo>
                  <a:lnTo>
                    <a:pt x="1" y="1728"/>
                  </a:lnTo>
                  <a:lnTo>
                    <a:pt x="5158" y="6912"/>
                  </a:lnTo>
                  <a:lnTo>
                    <a:pt x="6885" y="5157"/>
                  </a:lnTo>
                  <a:lnTo>
                    <a:pt x="172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id="704" name="Google Shape;704;p72"/>
            <p:cNvSpPr/>
            <p:nvPr/>
          </p:nvSpPr>
          <p:spPr>
            <a:xfrm>
              <a:off x="6584750" y="3015075"/>
              <a:ext cx="282150" cy="195075"/>
            </a:xfrm>
            <a:custGeom>
              <a:rect b="b" l="l" r="r" t="t"/>
              <a:pathLst>
                <a:path extrusionOk="0" h="7803" w="11286">
                  <a:moveTo>
                    <a:pt x="9557" y="1"/>
                  </a:moveTo>
                  <a:lnTo>
                    <a:pt x="5238" y="4320"/>
                  </a:lnTo>
                  <a:lnTo>
                    <a:pt x="1728" y="810"/>
                  </a:lnTo>
                  <a:lnTo>
                    <a:pt x="0" y="2565"/>
                  </a:lnTo>
                  <a:lnTo>
                    <a:pt x="5238" y="7803"/>
                  </a:lnTo>
                  <a:lnTo>
                    <a:pt x="11285" y="1755"/>
                  </a:lnTo>
                  <a:lnTo>
                    <a:pt x="955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lides Pitch 2024">
  <a:themeElements>
    <a:clrScheme name="Google Colours">
      <a:dk1>
        <a:srgbClr val="000000"/>
      </a:dk1>
      <a:lt1>
        <a:srgbClr val="182A43"/>
      </a:lt1>
      <a:dk2>
        <a:srgbClr val="253851"/>
      </a:dk2>
      <a:lt2>
        <a:srgbClr val="364D6C"/>
      </a:lt2>
      <a:accent1>
        <a:srgbClr val="4F6887"/>
      </a:accent1>
      <a:accent2>
        <a:srgbClr val="6C87A6"/>
      </a:accent2>
      <a:accent3>
        <a:srgbClr val="86A3C3"/>
      </a:accent3>
      <a:accent4>
        <a:srgbClr val="97C5EF"/>
      </a:accent4>
      <a:accent5>
        <a:srgbClr val="A7D4FF"/>
      </a:accent5>
      <a:accent6>
        <a:srgbClr val="BEDEFF"/>
      </a:accent6>
      <a:hlink>
        <a:srgbClr val="FFFF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